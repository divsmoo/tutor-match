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9144000"/>
  <p:notesSz cx="6858000" cy="9144000"/>
  <p:embeddedFontLst>
    <p:embeddedFont>
      <p:font typeface="Tahoma"/>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font" Target="fonts/Tahoma-bold.fntdata"/><Relationship Id="rId10" Type="http://schemas.openxmlformats.org/officeDocument/2006/relationships/slide" Target="slides/slide6.xml"/><Relationship Id="rId21" Type="http://schemas.openxmlformats.org/officeDocument/2006/relationships/font" Target="fonts/Tahoma-regular.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2pPr>
            <a:lvl3pPr lvl="2"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3pPr>
            <a:lvl4pPr lvl="3"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4pPr>
            <a:lvl5pPr lvl="4"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5pPr>
            <a:lvl6pPr lvl="5"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6pPr>
            <a:lvl7pPr lvl="6"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7pPr>
            <a:lvl8pPr lvl="7"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8pPr>
            <a:lvl9pPr lvl="8"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2pPr>
            <a:lvl3pPr lvl="2"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3pPr>
            <a:lvl4pPr lvl="3"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4pPr>
            <a:lvl5pPr lvl="4"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5pPr>
            <a:lvl6pPr lvl="5"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6pPr>
            <a:lvl7pPr lvl="6"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7pPr>
            <a:lvl8pPr lvl="7"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8pPr>
            <a:lvl9pPr lvl="8"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2pPr>
            <a:lvl3pPr lvl="2"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3pPr>
            <a:lvl4pPr lvl="3"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4pPr>
            <a:lvl5pPr lvl="4"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5pPr>
            <a:lvl6pPr lvl="5"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6pPr>
            <a:lvl7pPr lvl="6"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7pPr>
            <a:lvl8pPr lvl="7"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8pPr>
            <a:lvl9pPr lvl="8"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9" name="Google Shape;6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 name="Google Shape;70;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 name="Google Shape;7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c59263c05c_0_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5" name="Google Shape;85;g3c59263c05c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de3afb757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de3afb757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3" name="Google Shape;93;g3cde3afb757_1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de3afb757_1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de3afb757_1_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1" name="Google Shape;101;g3cde3afb757_1_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de3afb757_1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cde3afb757_1_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9" name="Google Shape;109;g3cde3afb757_1_15: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113259700b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6" name="Google Shape;116;g1113259700b_0_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rgbClr val="1F1F1F"/>
                </a:solidFill>
                <a:latin typeface="Arial"/>
                <a:ea typeface="Arial"/>
                <a:cs typeface="Arial"/>
                <a:sym typeface="Arial"/>
              </a:rPr>
              <a:t>Scenario 1: Student Indicates Interest (Composite &amp; Asynchronous Notification)</a:t>
            </a:r>
            <a:endParaRPr b="1" sz="1300">
              <a:solidFill>
                <a:srgbClr val="1F1F1F"/>
              </a:solidFill>
              <a:latin typeface="Arial"/>
              <a:ea typeface="Arial"/>
              <a:cs typeface="Arial"/>
              <a:sym typeface="Arial"/>
            </a:endParaRPr>
          </a:p>
          <a:p>
            <a:pPr indent="-298450" lvl="0" marL="495300" rtl="0" algn="l">
              <a:lnSpc>
                <a:spcPct val="115000"/>
              </a:lnSpc>
              <a:spcBef>
                <a:spcPts val="600"/>
              </a:spcBef>
              <a:spcAft>
                <a:spcPts val="0"/>
              </a:spcAft>
              <a:buClr>
                <a:srgbClr val="1F1F1F"/>
              </a:buClr>
              <a:buSzPts val="1100"/>
              <a:buAutoNum type="arabicPeriod"/>
            </a:pPr>
            <a:r>
              <a:rPr b="1" lang="en-US" sz="1100">
                <a:solidFill>
                  <a:srgbClr val="1F1F1F"/>
                </a:solidFill>
                <a:latin typeface="Arial"/>
                <a:ea typeface="Arial"/>
                <a:cs typeface="Arial"/>
                <a:sym typeface="Arial"/>
              </a:rPr>
              <a:t>Browse:</a:t>
            </a:r>
            <a:r>
              <a:rPr lang="en-US" sz="1100">
                <a:solidFill>
                  <a:srgbClr val="1F1F1F"/>
                </a:solidFill>
                <a:latin typeface="Arial"/>
                <a:ea typeface="Arial"/>
                <a:cs typeface="Arial"/>
                <a:sym typeface="Arial"/>
              </a:rPr>
              <a:t> The Student UI sends a synchronous HTTP GET to the </a:t>
            </a:r>
            <a:r>
              <a:rPr lang="en-US" sz="1100">
                <a:solidFill>
                  <a:srgbClr val="444746"/>
                </a:solidFill>
                <a:highlight>
                  <a:srgbClr val="E9EEF6"/>
                </a:highlight>
                <a:latin typeface="Arial"/>
                <a:ea typeface="Arial"/>
                <a:cs typeface="Arial"/>
                <a:sym typeface="Arial"/>
              </a:rPr>
              <a:t>Tutors</a:t>
            </a:r>
            <a:r>
              <a:rPr lang="en-US" sz="1100">
                <a:solidFill>
                  <a:srgbClr val="1F1F1F"/>
                </a:solidFill>
                <a:latin typeface="Arial"/>
                <a:ea typeface="Arial"/>
                <a:cs typeface="Arial"/>
                <a:sym typeface="Arial"/>
              </a:rPr>
              <a:t> atomic microservice to display the list of tutors.</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Select:</a:t>
            </a:r>
            <a:r>
              <a:rPr lang="en-US" sz="1100">
                <a:solidFill>
                  <a:srgbClr val="1F1F1F"/>
                </a:solidFill>
                <a:latin typeface="Arial"/>
                <a:ea typeface="Arial"/>
                <a:cs typeface="Arial"/>
                <a:sym typeface="Arial"/>
              </a:rPr>
              <a:t> The student selects a tutor. The UI sends an HTTP POST with </a:t>
            </a:r>
            <a:r>
              <a:rPr lang="en-US" sz="1100">
                <a:solidFill>
                  <a:srgbClr val="444746"/>
                </a:solidFill>
                <a:highlight>
                  <a:srgbClr val="E9EEF6"/>
                </a:highlight>
                <a:latin typeface="Arial"/>
                <a:ea typeface="Arial"/>
                <a:cs typeface="Arial"/>
                <a:sym typeface="Arial"/>
              </a:rPr>
              <a:t>student_id</a:t>
            </a:r>
            <a:r>
              <a:rPr lang="en-US" sz="1100">
                <a:solidFill>
                  <a:srgbClr val="1F1F1F"/>
                </a:solidFill>
                <a:latin typeface="Arial"/>
                <a:ea typeface="Arial"/>
                <a:cs typeface="Arial"/>
                <a:sym typeface="Arial"/>
              </a:rPr>
              <a:t> and </a:t>
            </a:r>
            <a:r>
              <a:rPr lang="en-US" sz="1100">
                <a:solidFill>
                  <a:srgbClr val="444746"/>
                </a:solidFill>
                <a:highlight>
                  <a:srgbClr val="E9EEF6"/>
                </a:highlight>
                <a:latin typeface="Arial"/>
                <a:ea typeface="Arial"/>
                <a:cs typeface="Arial"/>
                <a:sym typeface="Arial"/>
              </a:rPr>
              <a:t>tutor_id</a:t>
            </a:r>
            <a:r>
              <a:rPr lang="en-US" sz="1100">
                <a:solidFill>
                  <a:srgbClr val="1F1F1F"/>
                </a:solidFill>
                <a:latin typeface="Arial"/>
                <a:ea typeface="Arial"/>
                <a:cs typeface="Arial"/>
                <a:sym typeface="Arial"/>
              </a:rPr>
              <a:t> to an </a:t>
            </a:r>
            <a:r>
              <a:rPr lang="en-US" sz="1100">
                <a:solidFill>
                  <a:srgbClr val="444746"/>
                </a:solidFill>
                <a:highlight>
                  <a:srgbClr val="E9EEF6"/>
                </a:highlight>
                <a:latin typeface="Arial"/>
                <a:ea typeface="Arial"/>
                <a:cs typeface="Arial"/>
                <a:sym typeface="Arial"/>
              </a:rPr>
              <a:t>Indicate Interest</a:t>
            </a:r>
            <a:r>
              <a:rPr lang="en-US" sz="1100">
                <a:solidFill>
                  <a:srgbClr val="1F1F1F"/>
                </a:solidFill>
                <a:latin typeface="Arial"/>
                <a:ea typeface="Arial"/>
                <a:cs typeface="Arial"/>
                <a:sym typeface="Arial"/>
              </a:rPr>
              <a:t> composite microservice.</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Data Fetch:</a:t>
            </a:r>
            <a:r>
              <a:rPr lang="en-US" sz="1100">
                <a:solidFill>
                  <a:srgbClr val="1F1F1F"/>
                </a:solidFill>
                <a:latin typeface="Arial"/>
                <a:ea typeface="Arial"/>
                <a:cs typeface="Arial"/>
                <a:sym typeface="Arial"/>
              </a:rPr>
              <a:t> The composite service sends an HTTP GET to the </a:t>
            </a:r>
            <a:r>
              <a:rPr lang="en-US" sz="1100">
                <a:solidFill>
                  <a:srgbClr val="444746"/>
                </a:solidFill>
                <a:highlight>
                  <a:srgbClr val="E9EEF6"/>
                </a:highlight>
                <a:latin typeface="Arial"/>
                <a:ea typeface="Arial"/>
                <a:cs typeface="Arial"/>
                <a:sym typeface="Arial"/>
              </a:rPr>
              <a:t>Tutors</a:t>
            </a:r>
            <a:r>
              <a:rPr lang="en-US" sz="1100">
                <a:solidFill>
                  <a:srgbClr val="1F1F1F"/>
                </a:solidFill>
                <a:latin typeface="Arial"/>
                <a:ea typeface="Arial"/>
                <a:cs typeface="Arial"/>
                <a:sym typeface="Arial"/>
              </a:rPr>
              <a:t> service to retrieve the tutor's contact information.</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Save State:</a:t>
            </a:r>
            <a:r>
              <a:rPr lang="en-US" sz="1100">
                <a:solidFill>
                  <a:srgbClr val="1F1F1F"/>
                </a:solidFill>
                <a:latin typeface="Arial"/>
                <a:ea typeface="Arial"/>
                <a:cs typeface="Arial"/>
                <a:sym typeface="Arial"/>
              </a:rPr>
              <a:t> The composite service sends an HTTP POST to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atomic microservice to create a </a:t>
            </a:r>
            <a:r>
              <a:rPr lang="en-US" sz="1100">
                <a:solidFill>
                  <a:srgbClr val="444746"/>
                </a:solidFill>
                <a:highlight>
                  <a:srgbClr val="E9EEF6"/>
                </a:highlight>
                <a:latin typeface="Arial"/>
                <a:ea typeface="Arial"/>
                <a:cs typeface="Arial"/>
                <a:sym typeface="Arial"/>
              </a:rPr>
              <a:t>PENDING</a:t>
            </a:r>
            <a:r>
              <a:rPr lang="en-US" sz="1100">
                <a:solidFill>
                  <a:srgbClr val="1F1F1F"/>
                </a:solidFill>
                <a:latin typeface="Arial"/>
                <a:ea typeface="Arial"/>
                <a:cs typeface="Arial"/>
                <a:sym typeface="Arial"/>
              </a:rPr>
              <a:t> request in its exclusive database.</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Async Event:</a:t>
            </a:r>
            <a:r>
              <a:rPr lang="en-US" sz="1100">
                <a:solidFill>
                  <a:srgbClr val="1F1F1F"/>
                </a:solidFill>
                <a:latin typeface="Arial"/>
                <a:ea typeface="Arial"/>
                <a:cs typeface="Arial"/>
                <a:sym typeface="Arial"/>
              </a:rPr>
              <a:t> The composite service drops an </a:t>
            </a:r>
            <a:r>
              <a:rPr lang="en-US" sz="1100">
                <a:solidFill>
                  <a:srgbClr val="444746"/>
                </a:solidFill>
                <a:highlight>
                  <a:srgbClr val="E9EEF6"/>
                </a:highlight>
                <a:latin typeface="Arial"/>
                <a:ea typeface="Arial"/>
                <a:cs typeface="Arial"/>
                <a:sym typeface="Arial"/>
              </a:rPr>
              <a:t>InterestCreated</a:t>
            </a:r>
            <a:r>
              <a:rPr lang="en-US" sz="1100">
                <a:solidFill>
                  <a:srgbClr val="1F1F1F"/>
                </a:solidFill>
                <a:latin typeface="Arial"/>
                <a:ea typeface="Arial"/>
                <a:cs typeface="Arial"/>
                <a:sym typeface="Arial"/>
              </a:rPr>
              <a:t> message (containing the contact info) into RabbitMQ.</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Notify:</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Notification</a:t>
            </a:r>
            <a:r>
              <a:rPr lang="en-US" sz="1100">
                <a:solidFill>
                  <a:srgbClr val="1F1F1F"/>
                </a:solidFill>
                <a:latin typeface="Arial"/>
                <a:ea typeface="Arial"/>
                <a:cs typeface="Arial"/>
                <a:sym typeface="Arial"/>
              </a:rPr>
              <a:t> microservice consumes the message and triggers an external email/SMS API to alert the tutor.</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Char char="●"/>
            </a:pPr>
            <a:r>
              <a:rPr i="1" lang="en-US" sz="1100">
                <a:solidFill>
                  <a:srgbClr val="1F1F1F"/>
                </a:solidFill>
                <a:latin typeface="Arial"/>
                <a:ea typeface="Arial"/>
                <a:cs typeface="Arial"/>
                <a:sym typeface="Arial"/>
              </a:rPr>
              <a:t>Business Exception:</a:t>
            </a:r>
            <a:r>
              <a:rPr lang="en-US" sz="1100">
                <a:solidFill>
                  <a:srgbClr val="1F1F1F"/>
                </a:solidFill>
                <a:latin typeface="Arial"/>
                <a:ea typeface="Arial"/>
                <a:cs typeface="Arial"/>
                <a:sym typeface="Arial"/>
              </a:rPr>
              <a:t> If the tutor does not reply within 48 hours, a scheduled job updates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database to </a:t>
            </a:r>
            <a:r>
              <a:rPr lang="en-US" sz="1100">
                <a:solidFill>
                  <a:srgbClr val="444746"/>
                </a:solidFill>
                <a:highlight>
                  <a:srgbClr val="E9EEF6"/>
                </a:highlight>
                <a:latin typeface="Arial"/>
                <a:ea typeface="Arial"/>
                <a:cs typeface="Arial"/>
                <a:sym typeface="Arial"/>
              </a:rPr>
              <a:t>EXPIRED</a:t>
            </a:r>
            <a:r>
              <a:rPr lang="en-US" sz="1100">
                <a:solidFill>
                  <a:srgbClr val="1F1F1F"/>
                </a:solidFill>
                <a:latin typeface="Arial"/>
                <a:ea typeface="Arial"/>
                <a:cs typeface="Arial"/>
                <a:sym typeface="Arial"/>
              </a:rPr>
              <a:t> and notifies the student to try again.</a:t>
            </a:r>
            <a:endParaRPr/>
          </a:p>
        </p:txBody>
      </p:sp>
      <p:sp>
        <p:nvSpPr>
          <p:cNvPr id="117" name="Google Shape;117;g1113259700b_0_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c734771e4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3" name="Google Shape;123;gc734771e4a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rgbClr val="1F1F1F"/>
                </a:solidFill>
                <a:latin typeface="Arial"/>
                <a:ea typeface="Arial"/>
                <a:cs typeface="Arial"/>
                <a:sym typeface="Arial"/>
              </a:rPr>
              <a:t>Scenario 2: Tutor Reviews Interested Students (Choreography)</a:t>
            </a:r>
            <a:endParaRPr b="1" sz="1300">
              <a:solidFill>
                <a:srgbClr val="1F1F1F"/>
              </a:solidFill>
              <a:latin typeface="Arial"/>
              <a:ea typeface="Arial"/>
              <a:cs typeface="Arial"/>
              <a:sym typeface="Arial"/>
            </a:endParaRPr>
          </a:p>
          <a:p>
            <a:pPr indent="-298450" lvl="0" marL="495300" rtl="0" algn="l">
              <a:lnSpc>
                <a:spcPct val="115000"/>
              </a:lnSpc>
              <a:spcBef>
                <a:spcPts val="600"/>
              </a:spcBef>
              <a:spcAft>
                <a:spcPts val="0"/>
              </a:spcAft>
              <a:buClr>
                <a:srgbClr val="1F1F1F"/>
              </a:buClr>
              <a:buSzPts val="1100"/>
              <a:buAutoNum type="arabicPeriod"/>
            </a:pPr>
            <a:r>
              <a:rPr b="1" lang="en-US" sz="1100">
                <a:solidFill>
                  <a:srgbClr val="1F1F1F"/>
                </a:solidFill>
                <a:latin typeface="Arial"/>
                <a:ea typeface="Arial"/>
                <a:cs typeface="Arial"/>
                <a:sym typeface="Arial"/>
              </a:rPr>
              <a:t>Review:</a:t>
            </a:r>
            <a:r>
              <a:rPr lang="en-US" sz="1100">
                <a:solidFill>
                  <a:srgbClr val="1F1F1F"/>
                </a:solidFill>
                <a:latin typeface="Arial"/>
                <a:ea typeface="Arial"/>
                <a:cs typeface="Arial"/>
                <a:sym typeface="Arial"/>
              </a:rPr>
              <a:t> The Tutor UI sends an HTTP GET to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microservice to fetch pending requests.</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Decision Input:</a:t>
            </a:r>
            <a:r>
              <a:rPr lang="en-US" sz="1100">
                <a:solidFill>
                  <a:srgbClr val="1F1F1F"/>
                </a:solidFill>
                <a:latin typeface="Arial"/>
                <a:ea typeface="Arial"/>
                <a:cs typeface="Arial"/>
                <a:sym typeface="Arial"/>
              </a:rPr>
              <a:t> The tutor accepts a student and selects available dates. The UI sends an HTTP PUT to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microservice with </a:t>
            </a:r>
            <a:r>
              <a:rPr lang="en-US" sz="1100">
                <a:solidFill>
                  <a:srgbClr val="444746"/>
                </a:solidFill>
                <a:highlight>
                  <a:srgbClr val="E9EEF6"/>
                </a:highlight>
                <a:latin typeface="Arial"/>
                <a:ea typeface="Arial"/>
                <a:cs typeface="Arial"/>
                <a:sym typeface="Arial"/>
              </a:rPr>
              <a:t>{"status": "ACCEPTED", "proposed_dates": [...]}</a:t>
            </a:r>
            <a:r>
              <a:rPr lang="en-US" sz="1100">
                <a:solidFill>
                  <a:srgbClr val="1F1F1F"/>
                </a:solidFill>
                <a:latin typeface="Arial"/>
                <a:ea typeface="Arial"/>
                <a:cs typeface="Arial"/>
                <a:sym typeface="Arial"/>
              </a:rPr>
              <a:t>.</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Update State:</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microservice updates the record in its database.</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Choreography Trigger:</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microservice publishes an </a:t>
            </a:r>
            <a:r>
              <a:rPr lang="en-US" sz="1100">
                <a:solidFill>
                  <a:srgbClr val="444746"/>
                </a:solidFill>
                <a:highlight>
                  <a:srgbClr val="E9EEF6"/>
                </a:highlight>
                <a:latin typeface="Arial"/>
                <a:ea typeface="Arial"/>
                <a:cs typeface="Arial"/>
                <a:sym typeface="Arial"/>
              </a:rPr>
              <a:t>InterestAccepted</a:t>
            </a:r>
            <a:r>
              <a:rPr lang="en-US" sz="1100">
                <a:solidFill>
                  <a:srgbClr val="1F1F1F"/>
                </a:solidFill>
                <a:latin typeface="Arial"/>
                <a:ea typeface="Arial"/>
                <a:cs typeface="Arial"/>
                <a:sym typeface="Arial"/>
              </a:rPr>
              <a:t> message (containing the dates) to RabbitMQ.</a:t>
            </a:r>
            <a:endParaRPr sz="1100">
              <a:solidFill>
                <a:srgbClr val="1F1F1F"/>
              </a:solidFill>
              <a:latin typeface="Arial"/>
              <a:ea typeface="Arial"/>
              <a:cs typeface="Arial"/>
              <a:sym typeface="Arial"/>
            </a:endParaRPr>
          </a:p>
          <a:p>
            <a:pPr indent="-298450" lvl="0" marL="4572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Independent Reactions:</a:t>
            </a:r>
            <a:endParaRPr b="1"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 consumes the message and creates a </a:t>
            </a:r>
            <a:r>
              <a:rPr lang="en-US" sz="1100">
                <a:solidFill>
                  <a:srgbClr val="444746"/>
                </a:solidFill>
                <a:highlight>
                  <a:srgbClr val="E9EEF6"/>
                </a:highlight>
                <a:latin typeface="Arial"/>
                <a:ea typeface="Arial"/>
                <a:cs typeface="Arial"/>
                <a:sym typeface="Arial"/>
              </a:rPr>
              <a:t>PENDING_STUDENT_CONFIRMATION</a:t>
            </a:r>
            <a:r>
              <a:rPr lang="en-US" sz="1100">
                <a:solidFill>
                  <a:srgbClr val="1F1F1F"/>
                </a:solidFill>
                <a:latin typeface="Arial"/>
                <a:ea typeface="Arial"/>
                <a:cs typeface="Arial"/>
                <a:sym typeface="Arial"/>
              </a:rPr>
              <a:t> record with the proposed dates.</a:t>
            </a:r>
            <a:endParaRPr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Notification</a:t>
            </a:r>
            <a:r>
              <a:rPr lang="en-US" sz="1100">
                <a:solidFill>
                  <a:srgbClr val="1F1F1F"/>
                </a:solidFill>
                <a:latin typeface="Arial"/>
                <a:ea typeface="Arial"/>
                <a:cs typeface="Arial"/>
                <a:sym typeface="Arial"/>
              </a:rPr>
              <a:t> microservice consumes the same message and emails the student to prompt their selection.</a:t>
            </a:r>
            <a:endParaRPr sz="2600">
              <a:latin typeface="Tahoma"/>
              <a:ea typeface="Tahoma"/>
              <a:cs typeface="Tahoma"/>
              <a:sym typeface="Tahoma"/>
            </a:endParaRPr>
          </a:p>
          <a:p>
            <a:pPr indent="0" lvl="0" marL="0" rtl="0" algn="l">
              <a:spcBef>
                <a:spcPts val="3000"/>
              </a:spcBef>
              <a:spcAft>
                <a:spcPts val="0"/>
              </a:spcAft>
              <a:buClr>
                <a:schemeClr val="dk1"/>
              </a:buClr>
              <a:buSzPts val="1100"/>
              <a:buFont typeface="Arial"/>
              <a:buNone/>
            </a:pPr>
            <a:r>
              <a:t/>
            </a:r>
            <a:endParaRPr sz="2800">
              <a:latin typeface="Tahoma"/>
              <a:ea typeface="Tahoma"/>
              <a:cs typeface="Tahoma"/>
              <a:sym typeface="Tahoma"/>
            </a:endParaRPr>
          </a:p>
          <a:p>
            <a:pPr indent="0" lvl="0" marL="0" rtl="0" algn="l">
              <a:spcBef>
                <a:spcPts val="360"/>
              </a:spcBef>
              <a:spcAft>
                <a:spcPts val="0"/>
              </a:spcAft>
              <a:buNone/>
            </a:pPr>
            <a:r>
              <a:t/>
            </a:r>
            <a:endParaRPr/>
          </a:p>
        </p:txBody>
      </p:sp>
      <p:sp>
        <p:nvSpPr>
          <p:cNvPr id="124" name="Google Shape;124;gc734771e4a_0_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de92d69aa_2_4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3" name="Google Shape;133;g3cde92d69aa_2_4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rgbClr val="1F1F1F"/>
                </a:solidFill>
                <a:latin typeface="Arial"/>
                <a:ea typeface="Arial"/>
                <a:cs typeface="Arial"/>
                <a:sym typeface="Arial"/>
              </a:rPr>
              <a:t>Scenario 3: Booking Coordination &amp; Confirmation (Orchestration &amp; Rollback)</a:t>
            </a:r>
            <a:endParaRPr b="1" sz="1300">
              <a:solidFill>
                <a:srgbClr val="1F1F1F"/>
              </a:solidFill>
              <a:latin typeface="Arial"/>
              <a:ea typeface="Arial"/>
              <a:cs typeface="Arial"/>
              <a:sym typeface="Arial"/>
            </a:endParaRPr>
          </a:p>
          <a:p>
            <a:pPr indent="-298450" lvl="0" marL="495300" rtl="0" algn="l">
              <a:lnSpc>
                <a:spcPct val="115000"/>
              </a:lnSpc>
              <a:spcBef>
                <a:spcPts val="600"/>
              </a:spcBef>
              <a:spcAft>
                <a:spcPts val="0"/>
              </a:spcAft>
              <a:buClr>
                <a:srgbClr val="1F1F1F"/>
              </a:buClr>
              <a:buSzPts val="1100"/>
              <a:buAutoNum type="arabicPeriod"/>
            </a:pPr>
            <a:r>
              <a:rPr b="1" lang="en-US" sz="1100">
                <a:solidFill>
                  <a:srgbClr val="1F1F1F"/>
                </a:solidFill>
                <a:latin typeface="Arial"/>
                <a:ea typeface="Arial"/>
                <a:cs typeface="Arial"/>
                <a:sym typeface="Arial"/>
              </a:rPr>
              <a:t>View Dates:</a:t>
            </a:r>
            <a:r>
              <a:rPr lang="en-US" sz="1100">
                <a:solidFill>
                  <a:srgbClr val="1F1F1F"/>
                </a:solidFill>
                <a:latin typeface="Arial"/>
                <a:ea typeface="Arial"/>
                <a:cs typeface="Arial"/>
                <a:sym typeface="Arial"/>
              </a:rPr>
              <a:t> The Student UI sends an HTTP GET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 to view the tutor's proposed dates.</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Path A (Rollback):</a:t>
            </a:r>
            <a:r>
              <a:rPr lang="en-US" sz="1100">
                <a:solidFill>
                  <a:srgbClr val="1F1F1F"/>
                </a:solidFill>
                <a:latin typeface="Arial"/>
                <a:ea typeface="Arial"/>
                <a:cs typeface="Arial"/>
                <a:sym typeface="Arial"/>
              </a:rPr>
              <a:t> * The student cancels. The UI sends an HTTP PUT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 (</a:t>
            </a:r>
            <a:r>
              <a:rPr lang="en-US" sz="1100">
                <a:solidFill>
                  <a:srgbClr val="444746"/>
                </a:solidFill>
                <a:highlight>
                  <a:srgbClr val="E9EEF6"/>
                </a:highlight>
                <a:latin typeface="Arial"/>
                <a:ea typeface="Arial"/>
                <a:cs typeface="Arial"/>
                <a:sym typeface="Arial"/>
              </a:rPr>
              <a:t>{"status": "CANCELLED"}</a:t>
            </a:r>
            <a:r>
              <a:rPr lang="en-US" sz="1100">
                <a:solidFill>
                  <a:srgbClr val="1F1F1F"/>
                </a:solidFill>
                <a:latin typeface="Arial"/>
                <a:ea typeface="Arial"/>
                <a:cs typeface="Arial"/>
                <a:sym typeface="Arial"/>
              </a:rPr>
              <a:t>).</a:t>
            </a:r>
            <a:endParaRPr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frees the schedule in its DB and publishes a </a:t>
            </a:r>
            <a:r>
              <a:rPr lang="en-US" sz="1100">
                <a:solidFill>
                  <a:srgbClr val="444746"/>
                </a:solidFill>
                <a:highlight>
                  <a:srgbClr val="E9EEF6"/>
                </a:highlight>
                <a:latin typeface="Arial"/>
                <a:ea typeface="Arial"/>
                <a:cs typeface="Arial"/>
                <a:sym typeface="Arial"/>
              </a:rPr>
              <a:t>TrialCancelled</a:t>
            </a:r>
            <a:r>
              <a:rPr lang="en-US" sz="1100">
                <a:solidFill>
                  <a:srgbClr val="1F1F1F"/>
                </a:solidFill>
                <a:latin typeface="Arial"/>
                <a:ea typeface="Arial"/>
                <a:cs typeface="Arial"/>
                <a:sym typeface="Arial"/>
              </a:rPr>
              <a:t> message to RabbitMQ to notify the tutor.</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Path B (Proceed to Pay):</a:t>
            </a:r>
            <a:r>
              <a:rPr lang="en-US" sz="1100">
                <a:solidFill>
                  <a:srgbClr val="1F1F1F"/>
                </a:solidFill>
                <a:latin typeface="Arial"/>
                <a:ea typeface="Arial"/>
                <a:cs typeface="Arial"/>
                <a:sym typeface="Arial"/>
              </a:rPr>
              <a:t> * The student selects a date. The UI sends an HTTP POST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a:t>
            </a:r>
            <a:endParaRPr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temporarily locks the slot as </a:t>
            </a:r>
            <a:r>
              <a:rPr lang="en-US" sz="1100">
                <a:solidFill>
                  <a:srgbClr val="444746"/>
                </a:solidFill>
                <a:highlight>
                  <a:srgbClr val="E9EEF6"/>
                </a:highlight>
                <a:latin typeface="Arial"/>
                <a:ea typeface="Arial"/>
                <a:cs typeface="Arial"/>
                <a:sym typeface="Arial"/>
              </a:rPr>
              <a:t>PENDING_PAYMENT</a:t>
            </a:r>
            <a:r>
              <a:rPr lang="en-US" sz="1100">
                <a:solidFill>
                  <a:srgbClr val="1F1F1F"/>
                </a:solidFill>
                <a:latin typeface="Arial"/>
                <a:ea typeface="Arial"/>
                <a:cs typeface="Arial"/>
                <a:sym typeface="Arial"/>
              </a:rPr>
              <a:t>.</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Payment Orchestration:</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acts as an orchestrator and sends a synchronous HTTP POST to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microservice.</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External API:</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service invokes an external mock payment gateway (sandbox version) to process the transaction.</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Confirmation:</a:t>
            </a:r>
            <a:r>
              <a:rPr lang="en-US" sz="1100">
                <a:solidFill>
                  <a:srgbClr val="1F1F1F"/>
                </a:solidFill>
                <a:latin typeface="Arial"/>
                <a:ea typeface="Arial"/>
                <a:cs typeface="Arial"/>
                <a:sym typeface="Arial"/>
              </a:rPr>
              <a:t> Upon success,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service returns an HTTP 200 OK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updates the status to </a:t>
            </a:r>
            <a:r>
              <a:rPr lang="en-US" sz="1100">
                <a:solidFill>
                  <a:srgbClr val="444746"/>
                </a:solidFill>
                <a:highlight>
                  <a:srgbClr val="E9EEF6"/>
                </a:highlight>
                <a:latin typeface="Arial"/>
                <a:ea typeface="Arial"/>
                <a:cs typeface="Arial"/>
                <a:sym typeface="Arial"/>
              </a:rPr>
              <a:t>CONFIRMED</a:t>
            </a:r>
            <a:r>
              <a:rPr lang="en-US" sz="1100">
                <a:solidFill>
                  <a:srgbClr val="1F1F1F"/>
                </a:solidFill>
                <a:latin typeface="Arial"/>
                <a:ea typeface="Arial"/>
                <a:cs typeface="Arial"/>
                <a:sym typeface="Arial"/>
              </a:rPr>
              <a:t> and drops a </a:t>
            </a:r>
            <a:r>
              <a:rPr lang="en-US" sz="1100">
                <a:solidFill>
                  <a:srgbClr val="444746"/>
                </a:solidFill>
                <a:highlight>
                  <a:srgbClr val="E9EEF6"/>
                </a:highlight>
                <a:latin typeface="Arial"/>
                <a:ea typeface="Arial"/>
                <a:cs typeface="Arial"/>
                <a:sym typeface="Arial"/>
              </a:rPr>
              <a:t>LessonConfirmed</a:t>
            </a:r>
            <a:r>
              <a:rPr lang="en-US" sz="1100">
                <a:solidFill>
                  <a:srgbClr val="1F1F1F"/>
                </a:solidFill>
                <a:latin typeface="Arial"/>
                <a:ea typeface="Arial"/>
                <a:cs typeface="Arial"/>
                <a:sym typeface="Arial"/>
              </a:rPr>
              <a:t> message into RabbitMQ. The </a:t>
            </a:r>
            <a:r>
              <a:rPr lang="en-US" sz="1100">
                <a:solidFill>
                  <a:srgbClr val="444746"/>
                </a:solidFill>
                <a:highlight>
                  <a:srgbClr val="E9EEF6"/>
                </a:highlight>
                <a:latin typeface="Arial"/>
                <a:ea typeface="Arial"/>
                <a:cs typeface="Arial"/>
                <a:sym typeface="Arial"/>
              </a:rPr>
              <a:t>Notification</a:t>
            </a:r>
            <a:r>
              <a:rPr lang="en-US" sz="1100">
                <a:solidFill>
                  <a:srgbClr val="1F1F1F"/>
                </a:solidFill>
                <a:latin typeface="Arial"/>
                <a:ea typeface="Arial"/>
                <a:cs typeface="Arial"/>
                <a:sym typeface="Arial"/>
              </a:rPr>
              <a:t> service emails the final calendar invite to both parties.</a:t>
            </a:r>
            <a:endParaRPr sz="2800">
              <a:latin typeface="Tahoma"/>
              <a:ea typeface="Tahoma"/>
              <a:cs typeface="Tahoma"/>
              <a:sym typeface="Tahoma"/>
            </a:endParaRPr>
          </a:p>
          <a:p>
            <a:pPr indent="0" lvl="0" marL="0" rtl="0" algn="l">
              <a:spcBef>
                <a:spcPts val="1800"/>
              </a:spcBef>
              <a:spcAft>
                <a:spcPts val="0"/>
              </a:spcAft>
              <a:buNone/>
            </a:pPr>
            <a:r>
              <a:t/>
            </a:r>
            <a:endParaRPr/>
          </a:p>
        </p:txBody>
      </p:sp>
      <p:sp>
        <p:nvSpPr>
          <p:cNvPr id="134" name="Google Shape;134;g3cde92d69aa_2_43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619dbeaf6_1_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0" name="Google Shape;140;g39619dbeaf6_1_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rgbClr val="1F1F1F"/>
                </a:solidFill>
                <a:latin typeface="Arial"/>
                <a:ea typeface="Arial"/>
                <a:cs typeface="Arial"/>
                <a:sym typeface="Arial"/>
              </a:rPr>
              <a:t>Scenario 3: Booking Coordination &amp; Confirmation (Orchestration &amp; Rollback)</a:t>
            </a:r>
            <a:endParaRPr b="1" sz="1300">
              <a:solidFill>
                <a:srgbClr val="1F1F1F"/>
              </a:solidFill>
              <a:latin typeface="Arial"/>
              <a:ea typeface="Arial"/>
              <a:cs typeface="Arial"/>
              <a:sym typeface="Arial"/>
            </a:endParaRPr>
          </a:p>
          <a:p>
            <a:pPr indent="-298450" lvl="0" marL="495300" rtl="0" algn="l">
              <a:lnSpc>
                <a:spcPct val="115000"/>
              </a:lnSpc>
              <a:spcBef>
                <a:spcPts val="600"/>
              </a:spcBef>
              <a:spcAft>
                <a:spcPts val="0"/>
              </a:spcAft>
              <a:buClr>
                <a:srgbClr val="1F1F1F"/>
              </a:buClr>
              <a:buSzPts val="1100"/>
              <a:buAutoNum type="arabicPeriod"/>
            </a:pPr>
            <a:r>
              <a:rPr b="1" lang="en-US" sz="1100">
                <a:solidFill>
                  <a:srgbClr val="1F1F1F"/>
                </a:solidFill>
                <a:latin typeface="Arial"/>
                <a:ea typeface="Arial"/>
                <a:cs typeface="Arial"/>
                <a:sym typeface="Arial"/>
              </a:rPr>
              <a:t>View Dates:</a:t>
            </a:r>
            <a:r>
              <a:rPr lang="en-US" sz="1100">
                <a:solidFill>
                  <a:srgbClr val="1F1F1F"/>
                </a:solidFill>
                <a:latin typeface="Arial"/>
                <a:ea typeface="Arial"/>
                <a:cs typeface="Arial"/>
                <a:sym typeface="Arial"/>
              </a:rPr>
              <a:t> The Student UI sends an HTTP GET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 to view the tutor's proposed dates.</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Path A (Rollback):</a:t>
            </a:r>
            <a:r>
              <a:rPr lang="en-US" sz="1100">
                <a:solidFill>
                  <a:srgbClr val="1F1F1F"/>
                </a:solidFill>
                <a:latin typeface="Arial"/>
                <a:ea typeface="Arial"/>
                <a:cs typeface="Arial"/>
                <a:sym typeface="Arial"/>
              </a:rPr>
              <a:t> * The student cancels. The UI sends an HTTP PUT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 (</a:t>
            </a:r>
            <a:r>
              <a:rPr lang="en-US" sz="1100">
                <a:solidFill>
                  <a:srgbClr val="444746"/>
                </a:solidFill>
                <a:highlight>
                  <a:srgbClr val="E9EEF6"/>
                </a:highlight>
                <a:latin typeface="Arial"/>
                <a:ea typeface="Arial"/>
                <a:cs typeface="Arial"/>
                <a:sym typeface="Arial"/>
              </a:rPr>
              <a:t>{"status": "CANCELLED"}</a:t>
            </a:r>
            <a:r>
              <a:rPr lang="en-US" sz="1100">
                <a:solidFill>
                  <a:srgbClr val="1F1F1F"/>
                </a:solidFill>
                <a:latin typeface="Arial"/>
                <a:ea typeface="Arial"/>
                <a:cs typeface="Arial"/>
                <a:sym typeface="Arial"/>
              </a:rPr>
              <a:t>).</a:t>
            </a:r>
            <a:endParaRPr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frees the schedule in its DB and publishes a </a:t>
            </a:r>
            <a:r>
              <a:rPr lang="en-US" sz="1100">
                <a:solidFill>
                  <a:srgbClr val="444746"/>
                </a:solidFill>
                <a:highlight>
                  <a:srgbClr val="E9EEF6"/>
                </a:highlight>
                <a:latin typeface="Arial"/>
                <a:ea typeface="Arial"/>
                <a:cs typeface="Arial"/>
                <a:sym typeface="Arial"/>
              </a:rPr>
              <a:t>TrialCancelled</a:t>
            </a:r>
            <a:r>
              <a:rPr lang="en-US" sz="1100">
                <a:solidFill>
                  <a:srgbClr val="1F1F1F"/>
                </a:solidFill>
                <a:latin typeface="Arial"/>
                <a:ea typeface="Arial"/>
                <a:cs typeface="Arial"/>
                <a:sym typeface="Arial"/>
              </a:rPr>
              <a:t> message to RabbitMQ to notify the tutor.</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Path B (Proceed to Pay):</a:t>
            </a:r>
            <a:r>
              <a:rPr lang="en-US" sz="1100">
                <a:solidFill>
                  <a:srgbClr val="1F1F1F"/>
                </a:solidFill>
                <a:latin typeface="Arial"/>
                <a:ea typeface="Arial"/>
                <a:cs typeface="Arial"/>
                <a:sym typeface="Arial"/>
              </a:rPr>
              <a:t> * The student selects a date. The UI sends an HTTP POST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a:t>
            </a:r>
            <a:endParaRPr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temporarily locks the slot as </a:t>
            </a:r>
            <a:r>
              <a:rPr lang="en-US" sz="1100">
                <a:solidFill>
                  <a:srgbClr val="444746"/>
                </a:solidFill>
                <a:highlight>
                  <a:srgbClr val="E9EEF6"/>
                </a:highlight>
                <a:latin typeface="Arial"/>
                <a:ea typeface="Arial"/>
                <a:cs typeface="Arial"/>
                <a:sym typeface="Arial"/>
              </a:rPr>
              <a:t>PENDING_PAYMENT</a:t>
            </a:r>
            <a:r>
              <a:rPr lang="en-US" sz="1100">
                <a:solidFill>
                  <a:srgbClr val="1F1F1F"/>
                </a:solidFill>
                <a:latin typeface="Arial"/>
                <a:ea typeface="Arial"/>
                <a:cs typeface="Arial"/>
                <a:sym typeface="Arial"/>
              </a:rPr>
              <a:t>.</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Payment Orchestration:</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acts as an orchestrator and sends a synchronous HTTP POST to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microservice.</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External API:</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service invokes an external mock payment gateway (sandbox version) to process the transaction.</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Confirmation:</a:t>
            </a:r>
            <a:r>
              <a:rPr lang="en-US" sz="1100">
                <a:solidFill>
                  <a:srgbClr val="1F1F1F"/>
                </a:solidFill>
                <a:latin typeface="Arial"/>
                <a:ea typeface="Arial"/>
                <a:cs typeface="Arial"/>
                <a:sym typeface="Arial"/>
              </a:rPr>
              <a:t> Upon success,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service returns an HTTP 200 OK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updates the status to </a:t>
            </a:r>
            <a:r>
              <a:rPr lang="en-US" sz="1100">
                <a:solidFill>
                  <a:srgbClr val="444746"/>
                </a:solidFill>
                <a:highlight>
                  <a:srgbClr val="E9EEF6"/>
                </a:highlight>
                <a:latin typeface="Arial"/>
                <a:ea typeface="Arial"/>
                <a:cs typeface="Arial"/>
                <a:sym typeface="Arial"/>
              </a:rPr>
              <a:t>CONFIRMED</a:t>
            </a:r>
            <a:r>
              <a:rPr lang="en-US" sz="1100">
                <a:solidFill>
                  <a:srgbClr val="1F1F1F"/>
                </a:solidFill>
                <a:latin typeface="Arial"/>
                <a:ea typeface="Arial"/>
                <a:cs typeface="Arial"/>
                <a:sym typeface="Arial"/>
              </a:rPr>
              <a:t> and drops a </a:t>
            </a:r>
            <a:r>
              <a:rPr lang="en-US" sz="1100">
                <a:solidFill>
                  <a:srgbClr val="444746"/>
                </a:solidFill>
                <a:highlight>
                  <a:srgbClr val="E9EEF6"/>
                </a:highlight>
                <a:latin typeface="Arial"/>
                <a:ea typeface="Arial"/>
                <a:cs typeface="Arial"/>
                <a:sym typeface="Arial"/>
              </a:rPr>
              <a:t>LessonConfirmed</a:t>
            </a:r>
            <a:r>
              <a:rPr lang="en-US" sz="1100">
                <a:solidFill>
                  <a:srgbClr val="1F1F1F"/>
                </a:solidFill>
                <a:latin typeface="Arial"/>
                <a:ea typeface="Arial"/>
                <a:cs typeface="Arial"/>
                <a:sym typeface="Arial"/>
              </a:rPr>
              <a:t> message into RabbitMQ. The </a:t>
            </a:r>
            <a:r>
              <a:rPr lang="en-US" sz="1100">
                <a:solidFill>
                  <a:srgbClr val="444746"/>
                </a:solidFill>
                <a:highlight>
                  <a:srgbClr val="E9EEF6"/>
                </a:highlight>
                <a:latin typeface="Arial"/>
                <a:ea typeface="Arial"/>
                <a:cs typeface="Arial"/>
                <a:sym typeface="Arial"/>
              </a:rPr>
              <a:t>Notification</a:t>
            </a:r>
            <a:r>
              <a:rPr lang="en-US" sz="1100">
                <a:solidFill>
                  <a:srgbClr val="1F1F1F"/>
                </a:solidFill>
                <a:latin typeface="Arial"/>
                <a:ea typeface="Arial"/>
                <a:cs typeface="Arial"/>
                <a:sym typeface="Arial"/>
              </a:rPr>
              <a:t> service emails the final calendar invite to both parties.</a:t>
            </a:r>
            <a:endParaRPr sz="2800">
              <a:latin typeface="Tahoma"/>
              <a:ea typeface="Tahoma"/>
              <a:cs typeface="Tahoma"/>
              <a:sym typeface="Tahoma"/>
            </a:endParaRPr>
          </a:p>
          <a:p>
            <a:pPr indent="0" lvl="0" marL="0" rtl="0" algn="l">
              <a:spcBef>
                <a:spcPts val="1800"/>
              </a:spcBef>
              <a:spcAft>
                <a:spcPts val="0"/>
              </a:spcAft>
              <a:buNone/>
            </a:pPr>
            <a:r>
              <a:t/>
            </a:r>
            <a:endParaRPr/>
          </a:p>
        </p:txBody>
      </p:sp>
      <p:sp>
        <p:nvSpPr>
          <p:cNvPr id="141" name="Google Shape;141;g39619dbeaf6_1_6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619dbeaf6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7" name="Google Shape;147;g39619dbeaf6_1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rgbClr val="1F1F1F"/>
                </a:solidFill>
                <a:latin typeface="Arial"/>
                <a:ea typeface="Arial"/>
                <a:cs typeface="Arial"/>
                <a:sym typeface="Arial"/>
              </a:rPr>
              <a:t>Scenario 3: Booking Coordination &amp; Confirmation (Orchestration &amp; Rollback)</a:t>
            </a:r>
            <a:endParaRPr b="1" sz="1300">
              <a:solidFill>
                <a:srgbClr val="1F1F1F"/>
              </a:solidFill>
              <a:latin typeface="Arial"/>
              <a:ea typeface="Arial"/>
              <a:cs typeface="Arial"/>
              <a:sym typeface="Arial"/>
            </a:endParaRPr>
          </a:p>
          <a:p>
            <a:pPr indent="-298450" lvl="0" marL="495300" rtl="0" algn="l">
              <a:lnSpc>
                <a:spcPct val="115000"/>
              </a:lnSpc>
              <a:spcBef>
                <a:spcPts val="600"/>
              </a:spcBef>
              <a:spcAft>
                <a:spcPts val="0"/>
              </a:spcAft>
              <a:buClr>
                <a:srgbClr val="1F1F1F"/>
              </a:buClr>
              <a:buSzPts val="1100"/>
              <a:buAutoNum type="arabicPeriod"/>
            </a:pPr>
            <a:r>
              <a:rPr b="1" lang="en-US" sz="1100">
                <a:solidFill>
                  <a:srgbClr val="1F1F1F"/>
                </a:solidFill>
                <a:latin typeface="Arial"/>
                <a:ea typeface="Arial"/>
                <a:cs typeface="Arial"/>
                <a:sym typeface="Arial"/>
              </a:rPr>
              <a:t>View Dates:</a:t>
            </a:r>
            <a:r>
              <a:rPr lang="en-US" sz="1100">
                <a:solidFill>
                  <a:srgbClr val="1F1F1F"/>
                </a:solidFill>
                <a:latin typeface="Arial"/>
                <a:ea typeface="Arial"/>
                <a:cs typeface="Arial"/>
                <a:sym typeface="Arial"/>
              </a:rPr>
              <a:t> The Student UI sends an HTTP GET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 to view the tutor's proposed dates.</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Path A (Rollback):</a:t>
            </a:r>
            <a:r>
              <a:rPr lang="en-US" sz="1100">
                <a:solidFill>
                  <a:srgbClr val="1F1F1F"/>
                </a:solidFill>
                <a:latin typeface="Arial"/>
                <a:ea typeface="Arial"/>
                <a:cs typeface="Arial"/>
                <a:sym typeface="Arial"/>
              </a:rPr>
              <a:t> * The student cancels. The UI sends an HTTP PUT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 (</a:t>
            </a:r>
            <a:r>
              <a:rPr lang="en-US" sz="1100">
                <a:solidFill>
                  <a:srgbClr val="444746"/>
                </a:solidFill>
                <a:highlight>
                  <a:srgbClr val="E9EEF6"/>
                </a:highlight>
                <a:latin typeface="Arial"/>
                <a:ea typeface="Arial"/>
                <a:cs typeface="Arial"/>
                <a:sym typeface="Arial"/>
              </a:rPr>
              <a:t>{"status": "CANCELLED"}</a:t>
            </a:r>
            <a:r>
              <a:rPr lang="en-US" sz="1100">
                <a:solidFill>
                  <a:srgbClr val="1F1F1F"/>
                </a:solidFill>
                <a:latin typeface="Arial"/>
                <a:ea typeface="Arial"/>
                <a:cs typeface="Arial"/>
                <a:sym typeface="Arial"/>
              </a:rPr>
              <a:t>).</a:t>
            </a:r>
            <a:endParaRPr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frees the schedule in its DB and publishes a </a:t>
            </a:r>
            <a:r>
              <a:rPr lang="en-US" sz="1100">
                <a:solidFill>
                  <a:srgbClr val="444746"/>
                </a:solidFill>
                <a:highlight>
                  <a:srgbClr val="E9EEF6"/>
                </a:highlight>
                <a:latin typeface="Arial"/>
                <a:ea typeface="Arial"/>
                <a:cs typeface="Arial"/>
                <a:sym typeface="Arial"/>
              </a:rPr>
              <a:t>TrialCancelled</a:t>
            </a:r>
            <a:r>
              <a:rPr lang="en-US" sz="1100">
                <a:solidFill>
                  <a:srgbClr val="1F1F1F"/>
                </a:solidFill>
                <a:latin typeface="Arial"/>
                <a:ea typeface="Arial"/>
                <a:cs typeface="Arial"/>
                <a:sym typeface="Arial"/>
              </a:rPr>
              <a:t> message to RabbitMQ to notify the tutor.</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Path B (Proceed to Pay):</a:t>
            </a:r>
            <a:r>
              <a:rPr lang="en-US" sz="1100">
                <a:solidFill>
                  <a:srgbClr val="1F1F1F"/>
                </a:solidFill>
                <a:latin typeface="Arial"/>
                <a:ea typeface="Arial"/>
                <a:cs typeface="Arial"/>
                <a:sym typeface="Arial"/>
              </a:rPr>
              <a:t> * The student selects a date. The UI sends an HTTP POST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a:t>
            </a:r>
            <a:endParaRPr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temporarily locks the slot as </a:t>
            </a:r>
            <a:r>
              <a:rPr lang="en-US" sz="1100">
                <a:solidFill>
                  <a:srgbClr val="444746"/>
                </a:solidFill>
                <a:highlight>
                  <a:srgbClr val="E9EEF6"/>
                </a:highlight>
                <a:latin typeface="Arial"/>
                <a:ea typeface="Arial"/>
                <a:cs typeface="Arial"/>
                <a:sym typeface="Arial"/>
              </a:rPr>
              <a:t>PENDING_PAYMENT</a:t>
            </a:r>
            <a:r>
              <a:rPr lang="en-US" sz="1100">
                <a:solidFill>
                  <a:srgbClr val="1F1F1F"/>
                </a:solidFill>
                <a:latin typeface="Arial"/>
                <a:ea typeface="Arial"/>
                <a:cs typeface="Arial"/>
                <a:sym typeface="Arial"/>
              </a:rPr>
              <a:t>.</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Payment Orchestration:</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acts as an orchestrator and sends a synchronous HTTP POST to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microservice.</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External API:</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service invokes an external mock payment gateway (sandbox version) to process the transaction.</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AutoNum type="arabicPeriod"/>
            </a:pPr>
            <a:r>
              <a:rPr b="1" lang="en-US" sz="1100">
                <a:solidFill>
                  <a:srgbClr val="1F1F1F"/>
                </a:solidFill>
                <a:latin typeface="Arial"/>
                <a:ea typeface="Arial"/>
                <a:cs typeface="Arial"/>
                <a:sym typeface="Arial"/>
              </a:rPr>
              <a:t>Confirmation:</a:t>
            </a:r>
            <a:r>
              <a:rPr lang="en-US" sz="1100">
                <a:solidFill>
                  <a:srgbClr val="1F1F1F"/>
                </a:solidFill>
                <a:latin typeface="Arial"/>
                <a:ea typeface="Arial"/>
                <a:cs typeface="Arial"/>
                <a:sym typeface="Arial"/>
              </a:rPr>
              <a:t> Upon success,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service returns an HTTP 200 OK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updates the status to </a:t>
            </a:r>
            <a:r>
              <a:rPr lang="en-US" sz="1100">
                <a:solidFill>
                  <a:srgbClr val="444746"/>
                </a:solidFill>
                <a:highlight>
                  <a:srgbClr val="E9EEF6"/>
                </a:highlight>
                <a:latin typeface="Arial"/>
                <a:ea typeface="Arial"/>
                <a:cs typeface="Arial"/>
                <a:sym typeface="Arial"/>
              </a:rPr>
              <a:t>CONFIRMED</a:t>
            </a:r>
            <a:r>
              <a:rPr lang="en-US" sz="1100">
                <a:solidFill>
                  <a:srgbClr val="1F1F1F"/>
                </a:solidFill>
                <a:latin typeface="Arial"/>
                <a:ea typeface="Arial"/>
                <a:cs typeface="Arial"/>
                <a:sym typeface="Arial"/>
              </a:rPr>
              <a:t> and drops a </a:t>
            </a:r>
            <a:r>
              <a:rPr lang="en-US" sz="1100">
                <a:solidFill>
                  <a:srgbClr val="444746"/>
                </a:solidFill>
                <a:highlight>
                  <a:srgbClr val="E9EEF6"/>
                </a:highlight>
                <a:latin typeface="Arial"/>
                <a:ea typeface="Arial"/>
                <a:cs typeface="Arial"/>
                <a:sym typeface="Arial"/>
              </a:rPr>
              <a:t>LessonConfirmed</a:t>
            </a:r>
            <a:r>
              <a:rPr lang="en-US" sz="1100">
                <a:solidFill>
                  <a:srgbClr val="1F1F1F"/>
                </a:solidFill>
                <a:latin typeface="Arial"/>
                <a:ea typeface="Arial"/>
                <a:cs typeface="Arial"/>
                <a:sym typeface="Arial"/>
              </a:rPr>
              <a:t> message into RabbitMQ. The </a:t>
            </a:r>
            <a:r>
              <a:rPr lang="en-US" sz="1100">
                <a:solidFill>
                  <a:srgbClr val="444746"/>
                </a:solidFill>
                <a:highlight>
                  <a:srgbClr val="E9EEF6"/>
                </a:highlight>
                <a:latin typeface="Arial"/>
                <a:ea typeface="Arial"/>
                <a:cs typeface="Arial"/>
                <a:sym typeface="Arial"/>
              </a:rPr>
              <a:t>Notification</a:t>
            </a:r>
            <a:r>
              <a:rPr lang="en-US" sz="1100">
                <a:solidFill>
                  <a:srgbClr val="1F1F1F"/>
                </a:solidFill>
                <a:latin typeface="Arial"/>
                <a:ea typeface="Arial"/>
                <a:cs typeface="Arial"/>
                <a:sym typeface="Arial"/>
              </a:rPr>
              <a:t> service emails the final calendar invite to both parties.</a:t>
            </a:r>
            <a:endParaRPr sz="2800">
              <a:latin typeface="Tahoma"/>
              <a:ea typeface="Tahoma"/>
              <a:cs typeface="Tahoma"/>
              <a:sym typeface="Tahoma"/>
            </a:endParaRPr>
          </a:p>
          <a:p>
            <a:pPr indent="0" lvl="0" marL="0" rtl="0" algn="l">
              <a:spcBef>
                <a:spcPts val="1800"/>
              </a:spcBef>
              <a:spcAft>
                <a:spcPts val="0"/>
              </a:spcAft>
              <a:buNone/>
            </a:pPr>
            <a:r>
              <a:t/>
            </a:r>
            <a:endParaRPr/>
          </a:p>
        </p:txBody>
      </p:sp>
      <p:sp>
        <p:nvSpPr>
          <p:cNvPr id="148" name="Google Shape;148;g39619dbeaf6_1_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619dbeaf6_1_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5" name="Google Shape;155;g39619dbeaf6_1_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6" name="Google Shape;156;g39619dbeaf6_1_4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1132597117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4" name="Google Shape;164;g11132597117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317500" lvl="0" marL="457200" rtl="0" algn="l">
              <a:spcBef>
                <a:spcPts val="360"/>
              </a:spcBef>
              <a:spcAft>
                <a:spcPts val="0"/>
              </a:spcAft>
              <a:buSzPts val="1400"/>
              <a:buAutoNum type="arabicPeriod"/>
            </a:pPr>
            <a:r>
              <a:t/>
            </a:r>
            <a:endParaRPr/>
          </a:p>
        </p:txBody>
      </p:sp>
      <p:sp>
        <p:nvSpPr>
          <p:cNvPr id="165" name="Google Shape;165;g11132597117_0_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f73a91cc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f73a91cc2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 name="Google Shape;173;g3cf73a91cc2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57ae44a28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57ae44a28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2" name="Google Shape;182;g3c57ae44a28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cde92d69aa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g3cde92d69aa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This is an overall showing the needed (micro)services in the scenario and possible implementation details.</a:t>
            </a:r>
            <a:endParaRPr/>
          </a:p>
          <a:p>
            <a:pPr indent="0" lvl="0" marL="0" rtl="0" algn="l">
              <a:spcBef>
                <a:spcPts val="360"/>
              </a:spcBef>
              <a:spcAft>
                <a:spcPts val="0"/>
              </a:spcAft>
              <a:buClr>
                <a:schemeClr val="dk1"/>
              </a:buClr>
              <a:buFont typeface="Arial"/>
              <a:buNone/>
            </a:pPr>
            <a:r>
              <a:rPr lang="en-US"/>
              <a:t>It is good to fill this in with as many details as possible to plan your implementation, and observe the dependency between the UI to the (micro)services.</a:t>
            </a:r>
            <a:endParaRPr/>
          </a:p>
          <a:p>
            <a:pPr indent="0" lvl="0" marL="0" rtl="0" algn="l">
              <a:spcBef>
                <a:spcPts val="0"/>
              </a:spcBef>
              <a:spcAft>
                <a:spcPts val="0"/>
              </a:spcAft>
              <a:buClr>
                <a:schemeClr val="dk1"/>
              </a:buClr>
              <a:buFont typeface="Arial"/>
              <a:buNone/>
            </a:pPr>
            <a:r>
              <a:rPr lang="en-US"/>
              <a:t>[BKEY] → Binding Key</a:t>
            </a:r>
            <a:endParaRPr/>
          </a:p>
        </p:txBody>
      </p:sp>
      <p:sp>
        <p:nvSpPr>
          <p:cNvPr id="191" name="Google Shape;191;g3cde92d69aa_0_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lang="en-US" sz="1200">
                <a:solidFill>
                  <a:schemeClr val="dk1"/>
                </a:solidFill>
                <a:latin typeface="Times New Roman"/>
                <a:ea typeface="Times New Roman"/>
                <a:cs typeface="Times New Roman"/>
                <a:sym typeface="Times New Roman"/>
              </a:rPr>
              <a:t>‹#›</a:t>
            </a:fld>
            <a:endParaRPr b="0" sz="1200">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7" name="Shape 17"/>
        <p:cNvGrpSpPr/>
        <p:nvPr/>
      </p:nvGrpSpPr>
      <p:grpSpPr>
        <a:xfrm>
          <a:off x="0" y="0"/>
          <a:ext cx="0" cy="0"/>
          <a:chOff x="0" y="0"/>
          <a:chExt cx="0" cy="0"/>
        </a:xfrm>
      </p:grpSpPr>
      <p:sp>
        <p:nvSpPr>
          <p:cNvPr id="18" name="Google Shape;18;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560"/>
              </a:spcBef>
              <a:spcAft>
                <a:spcPts val="0"/>
              </a:spcAft>
              <a:buSzPts val="1680"/>
              <a:buFont typeface="Noto Sans Symbols"/>
              <a:buNone/>
              <a:defRPr/>
            </a:lvl1pPr>
            <a:lvl2pPr lvl="1" algn="l">
              <a:spcBef>
                <a:spcPts val="360"/>
              </a:spcBef>
              <a:spcAft>
                <a:spcPts val="0"/>
              </a:spcAft>
              <a:buSzPts val="720"/>
              <a:buChar char="■"/>
              <a:defRPr/>
            </a:lvl2pPr>
            <a:lvl3pPr lvl="2" algn="l">
              <a:spcBef>
                <a:spcPts val="360"/>
              </a:spcBef>
              <a:spcAft>
                <a:spcPts val="0"/>
              </a:spcAft>
              <a:buSzPts val="54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p:txBody>
      </p:sp>
      <p:sp>
        <p:nvSpPr>
          <p:cNvPr id="19" name="Google Shape;19;p2"/>
          <p:cNvSpPr txBox="1"/>
          <p:nvPr>
            <p:ph type="ctrTitle"/>
          </p:nvPr>
        </p:nvSpPr>
        <p:spPr>
          <a:xfrm>
            <a:off x="141288" y="2722563"/>
            <a:ext cx="8861425" cy="51911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lt2"/>
                </a:solidFill>
                <a:latin typeface="Tahoma"/>
                <a:ea typeface="Tahoma"/>
                <a:cs typeface="Tahoma"/>
                <a:sym typeface="Tahoma"/>
              </a:defRPr>
            </a:lvl1pPr>
            <a:lvl2pPr lvl="1"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2pPr>
            <a:lvl3pPr lvl="2"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3pPr>
            <a:lvl4pPr lvl="3"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4pPr>
            <a:lvl5pPr lvl="4"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5pPr>
            <a:lvl6pPr lvl="5"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6pPr>
            <a:lvl7pPr lvl="6"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7pPr>
            <a:lvl8pPr lvl="7"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8pPr>
            <a:lvl9pPr lvl="8"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9pPr>
          </a:lstStyle>
          <a:p/>
        </p:txBody>
      </p:sp>
      <p:sp>
        <p:nvSpPr>
          <p:cNvPr id="21" name="Google Shape;21;p2"/>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lt2"/>
                </a:solidFill>
                <a:latin typeface="Tahoma"/>
                <a:ea typeface="Tahoma"/>
                <a:cs typeface="Tahoma"/>
                <a:sym typeface="Tahoma"/>
              </a:defRPr>
            </a:lvl1pPr>
            <a:lvl2pPr lvl="1"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2pPr>
            <a:lvl3pPr lvl="2"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3pPr>
            <a:lvl4pPr lvl="3"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4pPr>
            <a:lvl5pPr lvl="4"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5pPr>
            <a:lvl6pPr lvl="5"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6pPr>
            <a:lvl7pPr lvl="6"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7pPr>
            <a:lvl8pPr lvl="7"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8pPr>
            <a:lvl9pPr lvl="8"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9pPr>
          </a:lstStyle>
          <a:p/>
        </p:txBody>
      </p:sp>
      <p:sp>
        <p:nvSpPr>
          <p:cNvPr id="22" name="Google Shape;22;p2"/>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lt2"/>
                </a:solidFill>
                <a:latin typeface="Tahoma"/>
                <a:ea typeface="Tahoma"/>
                <a:cs typeface="Tahoma"/>
                <a:sym typeface="Tahoma"/>
              </a:defRPr>
            </a:lvl1pPr>
            <a:lvl2pPr indent="0" lvl="1" marL="0" marR="0" algn="r">
              <a:spcBef>
                <a:spcPts val="0"/>
              </a:spcBef>
              <a:spcAft>
                <a:spcPts val="0"/>
              </a:spcAft>
              <a:buNone/>
              <a:defRPr b="0" i="0" sz="1400" u="none" cap="none" strike="noStrike">
                <a:solidFill>
                  <a:schemeClr val="lt2"/>
                </a:solidFill>
                <a:latin typeface="Tahoma"/>
                <a:ea typeface="Tahoma"/>
                <a:cs typeface="Tahoma"/>
                <a:sym typeface="Tahoma"/>
              </a:defRPr>
            </a:lvl2pPr>
            <a:lvl3pPr indent="0" lvl="2" marL="0" marR="0" algn="r">
              <a:spcBef>
                <a:spcPts val="0"/>
              </a:spcBef>
              <a:spcAft>
                <a:spcPts val="0"/>
              </a:spcAft>
              <a:buNone/>
              <a:defRPr b="0" i="0" sz="1400" u="none" cap="none" strike="noStrike">
                <a:solidFill>
                  <a:schemeClr val="lt2"/>
                </a:solidFill>
                <a:latin typeface="Tahoma"/>
                <a:ea typeface="Tahoma"/>
                <a:cs typeface="Tahoma"/>
                <a:sym typeface="Tahoma"/>
              </a:defRPr>
            </a:lvl3pPr>
            <a:lvl4pPr indent="0" lvl="3" marL="0" marR="0" algn="r">
              <a:spcBef>
                <a:spcPts val="0"/>
              </a:spcBef>
              <a:spcAft>
                <a:spcPts val="0"/>
              </a:spcAft>
              <a:buNone/>
              <a:defRPr b="0" i="0" sz="1400" u="none" cap="none" strike="noStrike">
                <a:solidFill>
                  <a:schemeClr val="lt2"/>
                </a:solidFill>
                <a:latin typeface="Tahoma"/>
                <a:ea typeface="Tahoma"/>
                <a:cs typeface="Tahoma"/>
                <a:sym typeface="Tahoma"/>
              </a:defRPr>
            </a:lvl4pPr>
            <a:lvl5pPr indent="0" lvl="4" marL="0" marR="0" algn="r">
              <a:spcBef>
                <a:spcPts val="0"/>
              </a:spcBef>
              <a:spcAft>
                <a:spcPts val="0"/>
              </a:spcAft>
              <a:buNone/>
              <a:defRPr b="0" i="0" sz="1400" u="none" cap="none" strike="noStrike">
                <a:solidFill>
                  <a:schemeClr val="lt2"/>
                </a:solidFill>
                <a:latin typeface="Tahoma"/>
                <a:ea typeface="Tahoma"/>
                <a:cs typeface="Tahoma"/>
                <a:sym typeface="Tahoma"/>
              </a:defRPr>
            </a:lvl5pPr>
            <a:lvl6pPr indent="0" lvl="5" marL="0" marR="0" algn="r">
              <a:spcBef>
                <a:spcPts val="0"/>
              </a:spcBef>
              <a:spcAft>
                <a:spcPts val="0"/>
              </a:spcAft>
              <a:buNone/>
              <a:defRPr b="0" i="0" sz="1400" u="none" cap="none" strike="noStrike">
                <a:solidFill>
                  <a:schemeClr val="lt2"/>
                </a:solidFill>
                <a:latin typeface="Tahoma"/>
                <a:ea typeface="Tahoma"/>
                <a:cs typeface="Tahoma"/>
                <a:sym typeface="Tahoma"/>
              </a:defRPr>
            </a:lvl6pPr>
            <a:lvl7pPr indent="0" lvl="6" marL="0" marR="0" algn="r">
              <a:spcBef>
                <a:spcPts val="0"/>
              </a:spcBef>
              <a:spcAft>
                <a:spcPts val="0"/>
              </a:spcAft>
              <a:buNone/>
              <a:defRPr b="0" i="0" sz="1400" u="none" cap="none" strike="noStrike">
                <a:solidFill>
                  <a:schemeClr val="lt2"/>
                </a:solidFill>
                <a:latin typeface="Tahoma"/>
                <a:ea typeface="Tahoma"/>
                <a:cs typeface="Tahoma"/>
                <a:sym typeface="Tahoma"/>
              </a:defRPr>
            </a:lvl7pPr>
            <a:lvl8pPr indent="0" lvl="7" marL="0" marR="0" algn="r">
              <a:spcBef>
                <a:spcPts val="0"/>
              </a:spcBef>
              <a:spcAft>
                <a:spcPts val="0"/>
              </a:spcAft>
              <a:buNone/>
              <a:defRPr b="0" i="0" sz="1400" u="none" cap="none" strike="noStrike">
                <a:solidFill>
                  <a:schemeClr val="lt2"/>
                </a:solidFill>
                <a:latin typeface="Tahoma"/>
                <a:ea typeface="Tahoma"/>
                <a:cs typeface="Tahoma"/>
                <a:sym typeface="Tahoma"/>
              </a:defRPr>
            </a:lvl8pPr>
            <a:lvl9pPr indent="0" lvl="8" marL="0" marR="0" algn="r">
              <a:spcBef>
                <a:spcPts val="0"/>
              </a:spcBef>
              <a:spcAft>
                <a:spcPts val="0"/>
              </a:spcAft>
              <a:buNone/>
              <a:defRPr b="0" i="0" sz="1400" u="none" cap="none" strike="noStrik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pic>
        <p:nvPicPr>
          <p:cNvPr id="23" name="Google Shape;23;p2"/>
          <p:cNvPicPr preferRelativeResize="0"/>
          <p:nvPr/>
        </p:nvPicPr>
        <p:blipFill>
          <a:blip r:embed="rId2">
            <a:alphaModFix/>
          </a:blip>
          <a:stretch>
            <a:fillRect/>
          </a:stretch>
        </p:blipFill>
        <p:spPr>
          <a:xfrm>
            <a:off x="6324600" y="152400"/>
            <a:ext cx="2667000" cy="71120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3"/>
          <p:cNvSpPr txBox="1"/>
          <p:nvPr>
            <p:ph type="title"/>
          </p:nvPr>
        </p:nvSpPr>
        <p:spPr>
          <a:xfrm>
            <a:off x="211138" y="192088"/>
            <a:ext cx="8721725" cy="51911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 type="body"/>
          </p:nvPr>
        </p:nvSpPr>
        <p:spPr>
          <a:xfrm>
            <a:off x="211138" y="761999"/>
            <a:ext cx="8704262" cy="5598161"/>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274319" lvl="1" marL="914400" algn="l">
              <a:spcBef>
                <a:spcPts val="360"/>
              </a:spcBef>
              <a:spcAft>
                <a:spcPts val="0"/>
              </a:spcAft>
              <a:buSzPts val="720"/>
              <a:buChar char="■"/>
              <a:defRPr/>
            </a:lvl2pPr>
            <a:lvl3pPr indent="-262889" lvl="2" marL="1371600" algn="l">
              <a:spcBef>
                <a:spcPts val="360"/>
              </a:spcBef>
              <a:spcAft>
                <a:spcPts val="0"/>
              </a:spcAft>
              <a:buSzPts val="54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27" name="Google Shape;27;p3"/>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i="0" sz="8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1" i="0" sz="8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1" i="0" sz="8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1" i="0" sz="8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1" i="0" sz="8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1" i="0" sz="8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1" i="0" sz="8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1" i="0" sz="8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1"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200"/>
              <a:buNone/>
              <a:defRPr sz="2000"/>
            </a:lvl1pPr>
            <a:lvl2pPr indent="-228600" lvl="1" marL="914400" algn="l">
              <a:spcBef>
                <a:spcPts val="360"/>
              </a:spcBef>
              <a:spcAft>
                <a:spcPts val="0"/>
              </a:spcAft>
              <a:buSzPts val="720"/>
              <a:buNone/>
              <a:defRPr sz="1800"/>
            </a:lvl2pPr>
            <a:lvl3pPr indent="-228600" lvl="2" marL="1371600" algn="l">
              <a:spcBef>
                <a:spcPts val="320"/>
              </a:spcBef>
              <a:spcAft>
                <a:spcPts val="0"/>
              </a:spcAft>
              <a:buSzPts val="480"/>
              <a:buNone/>
              <a:defRPr sz="1600"/>
            </a:lvl3pPr>
            <a:lvl4pPr indent="-228600" lvl="3" marL="1828800" algn="l">
              <a:spcBef>
                <a:spcPts val="280"/>
              </a:spcBef>
              <a:spcAft>
                <a:spcPts val="0"/>
              </a:spcAft>
              <a:buSzPts val="770"/>
              <a:buNone/>
              <a:defRPr sz="1400"/>
            </a:lvl4pPr>
            <a:lvl5pPr indent="-228600" lvl="4" marL="2286000" algn="l">
              <a:spcBef>
                <a:spcPts val="280"/>
              </a:spcBef>
              <a:spcAft>
                <a:spcPts val="0"/>
              </a:spcAft>
              <a:buSzPts val="700"/>
              <a:buNone/>
              <a:defRPr sz="1400"/>
            </a:lvl5pPr>
            <a:lvl6pPr indent="-228600" lvl="5" marL="2743200" algn="l">
              <a:spcBef>
                <a:spcPts val="280"/>
              </a:spcBef>
              <a:spcAft>
                <a:spcPts val="0"/>
              </a:spcAft>
              <a:buSzPts val="700"/>
              <a:buNone/>
              <a:defRPr sz="1400"/>
            </a:lvl6pPr>
            <a:lvl7pPr indent="-228600" lvl="6" marL="3200400" algn="l">
              <a:spcBef>
                <a:spcPts val="280"/>
              </a:spcBef>
              <a:spcAft>
                <a:spcPts val="0"/>
              </a:spcAft>
              <a:buSzPts val="700"/>
              <a:buNone/>
              <a:defRPr sz="1400"/>
            </a:lvl7pPr>
            <a:lvl8pPr indent="-228600" lvl="7" marL="3657600" algn="l">
              <a:spcBef>
                <a:spcPts val="280"/>
              </a:spcBef>
              <a:spcAft>
                <a:spcPts val="0"/>
              </a:spcAft>
              <a:buSzPts val="700"/>
              <a:buNone/>
              <a:defRPr sz="1400"/>
            </a:lvl8pPr>
            <a:lvl9pPr indent="-228600" lvl="8" marL="4114800" algn="l">
              <a:spcBef>
                <a:spcPts val="280"/>
              </a:spcBef>
              <a:spcAft>
                <a:spcPts val="0"/>
              </a:spcAft>
              <a:buSzPts val="700"/>
              <a:buNone/>
              <a:defRPr sz="1400"/>
            </a:lvl9pPr>
          </a:lstStyle>
          <a:p/>
        </p:txBody>
      </p:sp>
      <p:sp>
        <p:nvSpPr>
          <p:cNvPr id="31" name="Google Shape;31;p4"/>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800">
                <a:solidFill>
                  <a:schemeClr val="dk1"/>
                </a:solidFill>
                <a:latin typeface="Arial"/>
                <a:ea typeface="Arial"/>
                <a:cs typeface="Arial"/>
                <a:sym typeface="Arial"/>
              </a:defRPr>
            </a:lvl1pPr>
            <a:lvl2pPr indent="0" lvl="1" marL="0" marR="0" algn="r">
              <a:spcBef>
                <a:spcPts val="0"/>
              </a:spcBef>
              <a:spcAft>
                <a:spcPts val="0"/>
              </a:spcAft>
              <a:buNone/>
              <a:defRPr b="1" sz="800">
                <a:solidFill>
                  <a:schemeClr val="dk1"/>
                </a:solidFill>
                <a:latin typeface="Arial"/>
                <a:ea typeface="Arial"/>
                <a:cs typeface="Arial"/>
                <a:sym typeface="Arial"/>
              </a:defRPr>
            </a:lvl2pPr>
            <a:lvl3pPr indent="0" lvl="2" marL="0" marR="0" algn="r">
              <a:spcBef>
                <a:spcPts val="0"/>
              </a:spcBef>
              <a:spcAft>
                <a:spcPts val="0"/>
              </a:spcAft>
              <a:buNone/>
              <a:defRPr b="1" sz="800">
                <a:solidFill>
                  <a:schemeClr val="dk1"/>
                </a:solidFill>
                <a:latin typeface="Arial"/>
                <a:ea typeface="Arial"/>
                <a:cs typeface="Arial"/>
                <a:sym typeface="Arial"/>
              </a:defRPr>
            </a:lvl3pPr>
            <a:lvl4pPr indent="0" lvl="3" marL="0" marR="0" algn="r">
              <a:spcBef>
                <a:spcPts val="0"/>
              </a:spcBef>
              <a:spcAft>
                <a:spcPts val="0"/>
              </a:spcAft>
              <a:buNone/>
              <a:defRPr b="1" sz="800">
                <a:solidFill>
                  <a:schemeClr val="dk1"/>
                </a:solidFill>
                <a:latin typeface="Arial"/>
                <a:ea typeface="Arial"/>
                <a:cs typeface="Arial"/>
                <a:sym typeface="Arial"/>
              </a:defRPr>
            </a:lvl4pPr>
            <a:lvl5pPr indent="0" lvl="4" marL="0" marR="0" algn="r">
              <a:spcBef>
                <a:spcPts val="0"/>
              </a:spcBef>
              <a:spcAft>
                <a:spcPts val="0"/>
              </a:spcAft>
              <a:buNone/>
              <a:defRPr b="1" sz="800">
                <a:solidFill>
                  <a:schemeClr val="dk1"/>
                </a:solidFill>
                <a:latin typeface="Arial"/>
                <a:ea typeface="Arial"/>
                <a:cs typeface="Arial"/>
                <a:sym typeface="Arial"/>
              </a:defRPr>
            </a:lvl5pPr>
            <a:lvl6pPr indent="0" lvl="5" marL="0" marR="0" algn="r">
              <a:spcBef>
                <a:spcPts val="0"/>
              </a:spcBef>
              <a:spcAft>
                <a:spcPts val="0"/>
              </a:spcAft>
              <a:buNone/>
              <a:defRPr b="1" sz="800">
                <a:solidFill>
                  <a:schemeClr val="dk1"/>
                </a:solidFill>
                <a:latin typeface="Arial"/>
                <a:ea typeface="Arial"/>
                <a:cs typeface="Arial"/>
                <a:sym typeface="Arial"/>
              </a:defRPr>
            </a:lvl6pPr>
            <a:lvl7pPr indent="0" lvl="6" marL="0" marR="0" algn="r">
              <a:spcBef>
                <a:spcPts val="0"/>
              </a:spcBef>
              <a:spcAft>
                <a:spcPts val="0"/>
              </a:spcAft>
              <a:buNone/>
              <a:defRPr b="1" sz="800">
                <a:solidFill>
                  <a:schemeClr val="dk1"/>
                </a:solidFill>
                <a:latin typeface="Arial"/>
                <a:ea typeface="Arial"/>
                <a:cs typeface="Arial"/>
                <a:sym typeface="Arial"/>
              </a:defRPr>
            </a:lvl7pPr>
            <a:lvl8pPr indent="0" lvl="7" marL="0" marR="0" algn="r">
              <a:spcBef>
                <a:spcPts val="0"/>
              </a:spcBef>
              <a:spcAft>
                <a:spcPts val="0"/>
              </a:spcAft>
              <a:buNone/>
              <a:defRPr b="1" sz="800">
                <a:solidFill>
                  <a:schemeClr val="dk1"/>
                </a:solidFill>
                <a:latin typeface="Arial"/>
                <a:ea typeface="Arial"/>
                <a:cs typeface="Arial"/>
                <a:sym typeface="Arial"/>
              </a:defRPr>
            </a:lvl8pPr>
            <a:lvl9pPr indent="0" lvl="8" marL="0" marR="0" algn="r">
              <a:spcBef>
                <a:spcPts val="0"/>
              </a:spcBef>
              <a:spcAft>
                <a:spcPts val="0"/>
              </a:spcAft>
              <a:buNone/>
              <a:defRPr b="1" sz="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5"/>
          <p:cNvSpPr txBox="1"/>
          <p:nvPr>
            <p:ph type="title"/>
          </p:nvPr>
        </p:nvSpPr>
        <p:spPr>
          <a:xfrm>
            <a:off x="211138" y="192088"/>
            <a:ext cx="8721725" cy="51911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 type="body"/>
          </p:nvPr>
        </p:nvSpPr>
        <p:spPr>
          <a:xfrm>
            <a:off x="211138" y="762000"/>
            <a:ext cx="4275137" cy="5329238"/>
          </a:xfrm>
          <a:prstGeom prst="rect">
            <a:avLst/>
          </a:prstGeom>
          <a:noFill/>
          <a:ln>
            <a:noFill/>
          </a:ln>
        </p:spPr>
        <p:txBody>
          <a:bodyPr anchorCtr="0" anchor="t" bIns="45700" lIns="91425" spcFirstLastPara="1" rIns="91425" wrap="square" tIns="45700">
            <a:noAutofit/>
          </a:bodyPr>
          <a:lstStyle>
            <a:lvl1pPr indent="-335280" lvl="0" marL="457200" algn="l">
              <a:spcBef>
                <a:spcPts val="560"/>
              </a:spcBef>
              <a:spcAft>
                <a:spcPts val="0"/>
              </a:spcAft>
              <a:buSzPts val="1680"/>
              <a:buChar char="■"/>
              <a:defRPr sz="2800"/>
            </a:lvl1pPr>
            <a:lvl2pPr indent="-289560" lvl="1" marL="914400" algn="l">
              <a:spcBef>
                <a:spcPts val="480"/>
              </a:spcBef>
              <a:spcAft>
                <a:spcPts val="0"/>
              </a:spcAft>
              <a:buSzPts val="960"/>
              <a:buChar char="■"/>
              <a:defRPr sz="2400"/>
            </a:lvl2pPr>
            <a:lvl3pPr indent="-266700" lvl="2" marL="1371600" algn="l">
              <a:spcBef>
                <a:spcPts val="400"/>
              </a:spcBef>
              <a:spcAft>
                <a:spcPts val="0"/>
              </a:spcAft>
              <a:buSzPts val="600"/>
              <a:buChar char="■"/>
              <a:defRPr sz="2000"/>
            </a:lvl3pPr>
            <a:lvl4pPr indent="-291464" lvl="3" marL="1828800" algn="l">
              <a:spcBef>
                <a:spcPts val="360"/>
              </a:spcBef>
              <a:spcAft>
                <a:spcPts val="0"/>
              </a:spcAft>
              <a:buSzPts val="99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35" name="Google Shape;35;p5"/>
          <p:cNvSpPr txBox="1"/>
          <p:nvPr>
            <p:ph idx="2" type="body"/>
          </p:nvPr>
        </p:nvSpPr>
        <p:spPr>
          <a:xfrm>
            <a:off x="4638675" y="762000"/>
            <a:ext cx="4276725" cy="5329238"/>
          </a:xfrm>
          <a:prstGeom prst="rect">
            <a:avLst/>
          </a:prstGeom>
          <a:noFill/>
          <a:ln>
            <a:noFill/>
          </a:ln>
        </p:spPr>
        <p:txBody>
          <a:bodyPr anchorCtr="0" anchor="t" bIns="45700" lIns="91425" spcFirstLastPara="1" rIns="91425" wrap="square" tIns="45700">
            <a:noAutofit/>
          </a:bodyPr>
          <a:lstStyle>
            <a:lvl1pPr indent="-335280" lvl="0" marL="457200" algn="l">
              <a:spcBef>
                <a:spcPts val="560"/>
              </a:spcBef>
              <a:spcAft>
                <a:spcPts val="0"/>
              </a:spcAft>
              <a:buSzPts val="1680"/>
              <a:buChar char="■"/>
              <a:defRPr sz="2800"/>
            </a:lvl1pPr>
            <a:lvl2pPr indent="-289560" lvl="1" marL="914400" algn="l">
              <a:spcBef>
                <a:spcPts val="480"/>
              </a:spcBef>
              <a:spcAft>
                <a:spcPts val="0"/>
              </a:spcAft>
              <a:buSzPts val="960"/>
              <a:buChar char="■"/>
              <a:defRPr sz="2400"/>
            </a:lvl2pPr>
            <a:lvl3pPr indent="-266700" lvl="2" marL="1371600" algn="l">
              <a:spcBef>
                <a:spcPts val="400"/>
              </a:spcBef>
              <a:spcAft>
                <a:spcPts val="0"/>
              </a:spcAft>
              <a:buSzPts val="600"/>
              <a:buChar char="■"/>
              <a:defRPr sz="2000"/>
            </a:lvl3pPr>
            <a:lvl4pPr indent="-291464" lvl="3" marL="1828800" algn="l">
              <a:spcBef>
                <a:spcPts val="360"/>
              </a:spcBef>
              <a:spcAft>
                <a:spcPts val="0"/>
              </a:spcAft>
              <a:buSzPts val="99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36" name="Google Shape;36;p5"/>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800">
                <a:solidFill>
                  <a:schemeClr val="dk1"/>
                </a:solidFill>
                <a:latin typeface="Arial"/>
                <a:ea typeface="Arial"/>
                <a:cs typeface="Arial"/>
                <a:sym typeface="Arial"/>
              </a:defRPr>
            </a:lvl1pPr>
            <a:lvl2pPr indent="0" lvl="1" marL="0" marR="0" algn="r">
              <a:spcBef>
                <a:spcPts val="0"/>
              </a:spcBef>
              <a:spcAft>
                <a:spcPts val="0"/>
              </a:spcAft>
              <a:buNone/>
              <a:defRPr b="1" sz="800">
                <a:solidFill>
                  <a:schemeClr val="dk1"/>
                </a:solidFill>
                <a:latin typeface="Arial"/>
                <a:ea typeface="Arial"/>
                <a:cs typeface="Arial"/>
                <a:sym typeface="Arial"/>
              </a:defRPr>
            </a:lvl2pPr>
            <a:lvl3pPr indent="0" lvl="2" marL="0" marR="0" algn="r">
              <a:spcBef>
                <a:spcPts val="0"/>
              </a:spcBef>
              <a:spcAft>
                <a:spcPts val="0"/>
              </a:spcAft>
              <a:buNone/>
              <a:defRPr b="1" sz="800">
                <a:solidFill>
                  <a:schemeClr val="dk1"/>
                </a:solidFill>
                <a:latin typeface="Arial"/>
                <a:ea typeface="Arial"/>
                <a:cs typeface="Arial"/>
                <a:sym typeface="Arial"/>
              </a:defRPr>
            </a:lvl3pPr>
            <a:lvl4pPr indent="0" lvl="3" marL="0" marR="0" algn="r">
              <a:spcBef>
                <a:spcPts val="0"/>
              </a:spcBef>
              <a:spcAft>
                <a:spcPts val="0"/>
              </a:spcAft>
              <a:buNone/>
              <a:defRPr b="1" sz="800">
                <a:solidFill>
                  <a:schemeClr val="dk1"/>
                </a:solidFill>
                <a:latin typeface="Arial"/>
                <a:ea typeface="Arial"/>
                <a:cs typeface="Arial"/>
                <a:sym typeface="Arial"/>
              </a:defRPr>
            </a:lvl4pPr>
            <a:lvl5pPr indent="0" lvl="4" marL="0" marR="0" algn="r">
              <a:spcBef>
                <a:spcPts val="0"/>
              </a:spcBef>
              <a:spcAft>
                <a:spcPts val="0"/>
              </a:spcAft>
              <a:buNone/>
              <a:defRPr b="1" sz="800">
                <a:solidFill>
                  <a:schemeClr val="dk1"/>
                </a:solidFill>
                <a:latin typeface="Arial"/>
                <a:ea typeface="Arial"/>
                <a:cs typeface="Arial"/>
                <a:sym typeface="Arial"/>
              </a:defRPr>
            </a:lvl5pPr>
            <a:lvl6pPr indent="0" lvl="5" marL="0" marR="0" algn="r">
              <a:spcBef>
                <a:spcPts val="0"/>
              </a:spcBef>
              <a:spcAft>
                <a:spcPts val="0"/>
              </a:spcAft>
              <a:buNone/>
              <a:defRPr b="1" sz="800">
                <a:solidFill>
                  <a:schemeClr val="dk1"/>
                </a:solidFill>
                <a:latin typeface="Arial"/>
                <a:ea typeface="Arial"/>
                <a:cs typeface="Arial"/>
                <a:sym typeface="Arial"/>
              </a:defRPr>
            </a:lvl6pPr>
            <a:lvl7pPr indent="0" lvl="6" marL="0" marR="0" algn="r">
              <a:spcBef>
                <a:spcPts val="0"/>
              </a:spcBef>
              <a:spcAft>
                <a:spcPts val="0"/>
              </a:spcAft>
              <a:buNone/>
              <a:defRPr b="1" sz="800">
                <a:solidFill>
                  <a:schemeClr val="dk1"/>
                </a:solidFill>
                <a:latin typeface="Arial"/>
                <a:ea typeface="Arial"/>
                <a:cs typeface="Arial"/>
                <a:sym typeface="Arial"/>
              </a:defRPr>
            </a:lvl7pPr>
            <a:lvl8pPr indent="0" lvl="7" marL="0" marR="0" algn="r">
              <a:spcBef>
                <a:spcPts val="0"/>
              </a:spcBef>
              <a:spcAft>
                <a:spcPts val="0"/>
              </a:spcAft>
              <a:buNone/>
              <a:defRPr b="1" sz="800">
                <a:solidFill>
                  <a:schemeClr val="dk1"/>
                </a:solidFill>
                <a:latin typeface="Arial"/>
                <a:ea typeface="Arial"/>
                <a:cs typeface="Arial"/>
                <a:sym typeface="Arial"/>
              </a:defRPr>
            </a:lvl8pPr>
            <a:lvl9pPr indent="0" lvl="8" marL="0" marR="0" algn="r">
              <a:spcBef>
                <a:spcPts val="0"/>
              </a:spcBef>
              <a:spcAft>
                <a:spcPts val="0"/>
              </a:spcAft>
              <a:buNone/>
              <a:defRPr b="1" sz="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800"/>
              <a:buNone/>
              <a:defRPr b="1" sz="2000"/>
            </a:lvl2pPr>
            <a:lvl3pPr indent="-228600" lvl="2" marL="1371600" algn="l">
              <a:spcBef>
                <a:spcPts val="360"/>
              </a:spcBef>
              <a:spcAft>
                <a:spcPts val="0"/>
              </a:spcAft>
              <a:buSzPts val="54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40" name="Google Shape;40;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algn="l">
              <a:spcBef>
                <a:spcPts val="480"/>
              </a:spcBef>
              <a:spcAft>
                <a:spcPts val="0"/>
              </a:spcAft>
              <a:buSzPts val="1440"/>
              <a:buChar char="■"/>
              <a:defRPr sz="2400"/>
            </a:lvl1pPr>
            <a:lvl2pPr indent="-279400" lvl="1" marL="914400" algn="l">
              <a:spcBef>
                <a:spcPts val="400"/>
              </a:spcBef>
              <a:spcAft>
                <a:spcPts val="0"/>
              </a:spcAft>
              <a:buSzPts val="800"/>
              <a:buChar char="■"/>
              <a:defRPr sz="2000"/>
            </a:lvl2pPr>
            <a:lvl3pPr indent="-262889" lvl="2" marL="1371600" algn="l">
              <a:spcBef>
                <a:spcPts val="360"/>
              </a:spcBef>
              <a:spcAft>
                <a:spcPts val="0"/>
              </a:spcAft>
              <a:buSzPts val="540"/>
              <a:buChar char="■"/>
              <a:defRPr sz="1800"/>
            </a:lvl3pPr>
            <a:lvl4pPr indent="-284480" lvl="3" marL="1828800" algn="l">
              <a:spcBef>
                <a:spcPts val="320"/>
              </a:spcBef>
              <a:spcAft>
                <a:spcPts val="0"/>
              </a:spcAft>
              <a:buSzPts val="88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41" name="Google Shape;41;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800"/>
              <a:buNone/>
              <a:defRPr b="1" sz="2000"/>
            </a:lvl2pPr>
            <a:lvl3pPr indent="-228600" lvl="2" marL="1371600" algn="l">
              <a:spcBef>
                <a:spcPts val="360"/>
              </a:spcBef>
              <a:spcAft>
                <a:spcPts val="0"/>
              </a:spcAft>
              <a:buSzPts val="54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42" name="Google Shape;42;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algn="l">
              <a:spcBef>
                <a:spcPts val="480"/>
              </a:spcBef>
              <a:spcAft>
                <a:spcPts val="0"/>
              </a:spcAft>
              <a:buSzPts val="1440"/>
              <a:buChar char="■"/>
              <a:defRPr sz="2400"/>
            </a:lvl1pPr>
            <a:lvl2pPr indent="-279400" lvl="1" marL="914400" algn="l">
              <a:spcBef>
                <a:spcPts val="400"/>
              </a:spcBef>
              <a:spcAft>
                <a:spcPts val="0"/>
              </a:spcAft>
              <a:buSzPts val="800"/>
              <a:buChar char="■"/>
              <a:defRPr sz="2000"/>
            </a:lvl2pPr>
            <a:lvl3pPr indent="-262889" lvl="2" marL="1371600" algn="l">
              <a:spcBef>
                <a:spcPts val="360"/>
              </a:spcBef>
              <a:spcAft>
                <a:spcPts val="0"/>
              </a:spcAft>
              <a:buSzPts val="540"/>
              <a:buChar char="■"/>
              <a:defRPr sz="1800"/>
            </a:lvl3pPr>
            <a:lvl4pPr indent="-284480" lvl="3" marL="1828800" algn="l">
              <a:spcBef>
                <a:spcPts val="320"/>
              </a:spcBef>
              <a:spcAft>
                <a:spcPts val="0"/>
              </a:spcAft>
              <a:buSzPts val="88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43" name="Google Shape;43;p6"/>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800">
                <a:solidFill>
                  <a:schemeClr val="dk1"/>
                </a:solidFill>
                <a:latin typeface="Arial"/>
                <a:ea typeface="Arial"/>
                <a:cs typeface="Arial"/>
                <a:sym typeface="Arial"/>
              </a:defRPr>
            </a:lvl1pPr>
            <a:lvl2pPr indent="0" lvl="1" marL="0" marR="0" algn="r">
              <a:spcBef>
                <a:spcPts val="0"/>
              </a:spcBef>
              <a:spcAft>
                <a:spcPts val="0"/>
              </a:spcAft>
              <a:buNone/>
              <a:defRPr b="1" sz="800">
                <a:solidFill>
                  <a:schemeClr val="dk1"/>
                </a:solidFill>
                <a:latin typeface="Arial"/>
                <a:ea typeface="Arial"/>
                <a:cs typeface="Arial"/>
                <a:sym typeface="Arial"/>
              </a:defRPr>
            </a:lvl2pPr>
            <a:lvl3pPr indent="0" lvl="2" marL="0" marR="0" algn="r">
              <a:spcBef>
                <a:spcPts val="0"/>
              </a:spcBef>
              <a:spcAft>
                <a:spcPts val="0"/>
              </a:spcAft>
              <a:buNone/>
              <a:defRPr b="1" sz="800">
                <a:solidFill>
                  <a:schemeClr val="dk1"/>
                </a:solidFill>
                <a:latin typeface="Arial"/>
                <a:ea typeface="Arial"/>
                <a:cs typeface="Arial"/>
                <a:sym typeface="Arial"/>
              </a:defRPr>
            </a:lvl3pPr>
            <a:lvl4pPr indent="0" lvl="3" marL="0" marR="0" algn="r">
              <a:spcBef>
                <a:spcPts val="0"/>
              </a:spcBef>
              <a:spcAft>
                <a:spcPts val="0"/>
              </a:spcAft>
              <a:buNone/>
              <a:defRPr b="1" sz="800">
                <a:solidFill>
                  <a:schemeClr val="dk1"/>
                </a:solidFill>
                <a:latin typeface="Arial"/>
                <a:ea typeface="Arial"/>
                <a:cs typeface="Arial"/>
                <a:sym typeface="Arial"/>
              </a:defRPr>
            </a:lvl4pPr>
            <a:lvl5pPr indent="0" lvl="4" marL="0" marR="0" algn="r">
              <a:spcBef>
                <a:spcPts val="0"/>
              </a:spcBef>
              <a:spcAft>
                <a:spcPts val="0"/>
              </a:spcAft>
              <a:buNone/>
              <a:defRPr b="1" sz="800">
                <a:solidFill>
                  <a:schemeClr val="dk1"/>
                </a:solidFill>
                <a:latin typeface="Arial"/>
                <a:ea typeface="Arial"/>
                <a:cs typeface="Arial"/>
                <a:sym typeface="Arial"/>
              </a:defRPr>
            </a:lvl5pPr>
            <a:lvl6pPr indent="0" lvl="5" marL="0" marR="0" algn="r">
              <a:spcBef>
                <a:spcPts val="0"/>
              </a:spcBef>
              <a:spcAft>
                <a:spcPts val="0"/>
              </a:spcAft>
              <a:buNone/>
              <a:defRPr b="1" sz="800">
                <a:solidFill>
                  <a:schemeClr val="dk1"/>
                </a:solidFill>
                <a:latin typeface="Arial"/>
                <a:ea typeface="Arial"/>
                <a:cs typeface="Arial"/>
                <a:sym typeface="Arial"/>
              </a:defRPr>
            </a:lvl6pPr>
            <a:lvl7pPr indent="0" lvl="6" marL="0" marR="0" algn="r">
              <a:spcBef>
                <a:spcPts val="0"/>
              </a:spcBef>
              <a:spcAft>
                <a:spcPts val="0"/>
              </a:spcAft>
              <a:buNone/>
              <a:defRPr b="1" sz="800">
                <a:solidFill>
                  <a:schemeClr val="dk1"/>
                </a:solidFill>
                <a:latin typeface="Arial"/>
                <a:ea typeface="Arial"/>
                <a:cs typeface="Arial"/>
                <a:sym typeface="Arial"/>
              </a:defRPr>
            </a:lvl7pPr>
            <a:lvl8pPr indent="0" lvl="7" marL="0" marR="0" algn="r">
              <a:spcBef>
                <a:spcPts val="0"/>
              </a:spcBef>
              <a:spcAft>
                <a:spcPts val="0"/>
              </a:spcAft>
              <a:buNone/>
              <a:defRPr b="1" sz="800">
                <a:solidFill>
                  <a:schemeClr val="dk1"/>
                </a:solidFill>
                <a:latin typeface="Arial"/>
                <a:ea typeface="Arial"/>
                <a:cs typeface="Arial"/>
                <a:sym typeface="Arial"/>
              </a:defRPr>
            </a:lvl8pPr>
            <a:lvl9pPr indent="0" lvl="8" marL="0" marR="0" algn="r">
              <a:spcBef>
                <a:spcPts val="0"/>
              </a:spcBef>
              <a:spcAft>
                <a:spcPts val="0"/>
              </a:spcAft>
              <a:buNone/>
              <a:defRPr b="1" sz="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7"/>
          <p:cNvSpPr txBox="1"/>
          <p:nvPr>
            <p:ph type="title"/>
          </p:nvPr>
        </p:nvSpPr>
        <p:spPr>
          <a:xfrm>
            <a:off x="211138" y="192088"/>
            <a:ext cx="8721725" cy="51911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800">
                <a:solidFill>
                  <a:schemeClr val="dk1"/>
                </a:solidFill>
                <a:latin typeface="Arial"/>
                <a:ea typeface="Arial"/>
                <a:cs typeface="Arial"/>
                <a:sym typeface="Arial"/>
              </a:defRPr>
            </a:lvl1pPr>
            <a:lvl2pPr indent="0" lvl="1" marL="0" marR="0" algn="r">
              <a:spcBef>
                <a:spcPts val="0"/>
              </a:spcBef>
              <a:spcAft>
                <a:spcPts val="0"/>
              </a:spcAft>
              <a:buNone/>
              <a:defRPr b="1" sz="800">
                <a:solidFill>
                  <a:schemeClr val="dk1"/>
                </a:solidFill>
                <a:latin typeface="Arial"/>
                <a:ea typeface="Arial"/>
                <a:cs typeface="Arial"/>
                <a:sym typeface="Arial"/>
              </a:defRPr>
            </a:lvl2pPr>
            <a:lvl3pPr indent="0" lvl="2" marL="0" marR="0" algn="r">
              <a:spcBef>
                <a:spcPts val="0"/>
              </a:spcBef>
              <a:spcAft>
                <a:spcPts val="0"/>
              </a:spcAft>
              <a:buNone/>
              <a:defRPr b="1" sz="800">
                <a:solidFill>
                  <a:schemeClr val="dk1"/>
                </a:solidFill>
                <a:latin typeface="Arial"/>
                <a:ea typeface="Arial"/>
                <a:cs typeface="Arial"/>
                <a:sym typeface="Arial"/>
              </a:defRPr>
            </a:lvl3pPr>
            <a:lvl4pPr indent="0" lvl="3" marL="0" marR="0" algn="r">
              <a:spcBef>
                <a:spcPts val="0"/>
              </a:spcBef>
              <a:spcAft>
                <a:spcPts val="0"/>
              </a:spcAft>
              <a:buNone/>
              <a:defRPr b="1" sz="800">
                <a:solidFill>
                  <a:schemeClr val="dk1"/>
                </a:solidFill>
                <a:latin typeface="Arial"/>
                <a:ea typeface="Arial"/>
                <a:cs typeface="Arial"/>
                <a:sym typeface="Arial"/>
              </a:defRPr>
            </a:lvl4pPr>
            <a:lvl5pPr indent="0" lvl="4" marL="0" marR="0" algn="r">
              <a:spcBef>
                <a:spcPts val="0"/>
              </a:spcBef>
              <a:spcAft>
                <a:spcPts val="0"/>
              </a:spcAft>
              <a:buNone/>
              <a:defRPr b="1" sz="800">
                <a:solidFill>
                  <a:schemeClr val="dk1"/>
                </a:solidFill>
                <a:latin typeface="Arial"/>
                <a:ea typeface="Arial"/>
                <a:cs typeface="Arial"/>
                <a:sym typeface="Arial"/>
              </a:defRPr>
            </a:lvl5pPr>
            <a:lvl6pPr indent="0" lvl="5" marL="0" marR="0" algn="r">
              <a:spcBef>
                <a:spcPts val="0"/>
              </a:spcBef>
              <a:spcAft>
                <a:spcPts val="0"/>
              </a:spcAft>
              <a:buNone/>
              <a:defRPr b="1" sz="800">
                <a:solidFill>
                  <a:schemeClr val="dk1"/>
                </a:solidFill>
                <a:latin typeface="Arial"/>
                <a:ea typeface="Arial"/>
                <a:cs typeface="Arial"/>
                <a:sym typeface="Arial"/>
              </a:defRPr>
            </a:lvl6pPr>
            <a:lvl7pPr indent="0" lvl="6" marL="0" marR="0" algn="r">
              <a:spcBef>
                <a:spcPts val="0"/>
              </a:spcBef>
              <a:spcAft>
                <a:spcPts val="0"/>
              </a:spcAft>
              <a:buNone/>
              <a:defRPr b="1" sz="800">
                <a:solidFill>
                  <a:schemeClr val="dk1"/>
                </a:solidFill>
                <a:latin typeface="Arial"/>
                <a:ea typeface="Arial"/>
                <a:cs typeface="Arial"/>
                <a:sym typeface="Arial"/>
              </a:defRPr>
            </a:lvl7pPr>
            <a:lvl8pPr indent="0" lvl="7" marL="0" marR="0" algn="r">
              <a:spcBef>
                <a:spcPts val="0"/>
              </a:spcBef>
              <a:spcAft>
                <a:spcPts val="0"/>
              </a:spcAft>
              <a:buNone/>
              <a:defRPr b="1" sz="800">
                <a:solidFill>
                  <a:schemeClr val="dk1"/>
                </a:solidFill>
                <a:latin typeface="Arial"/>
                <a:ea typeface="Arial"/>
                <a:cs typeface="Arial"/>
                <a:sym typeface="Arial"/>
              </a:defRPr>
            </a:lvl8pPr>
            <a:lvl9pPr indent="0" lvl="8" marL="0" marR="0" algn="r">
              <a:spcBef>
                <a:spcPts val="0"/>
              </a:spcBef>
              <a:spcAft>
                <a:spcPts val="0"/>
              </a:spcAft>
              <a:buNone/>
              <a:defRPr b="1" sz="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8"/>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800">
                <a:solidFill>
                  <a:schemeClr val="dk1"/>
                </a:solidFill>
                <a:latin typeface="Arial"/>
                <a:ea typeface="Arial"/>
                <a:cs typeface="Arial"/>
                <a:sym typeface="Arial"/>
              </a:defRPr>
            </a:lvl1pPr>
            <a:lvl2pPr indent="0" lvl="1" marL="0" marR="0" algn="r">
              <a:spcBef>
                <a:spcPts val="0"/>
              </a:spcBef>
              <a:spcAft>
                <a:spcPts val="0"/>
              </a:spcAft>
              <a:buNone/>
              <a:defRPr b="1" sz="800">
                <a:solidFill>
                  <a:schemeClr val="dk1"/>
                </a:solidFill>
                <a:latin typeface="Arial"/>
                <a:ea typeface="Arial"/>
                <a:cs typeface="Arial"/>
                <a:sym typeface="Arial"/>
              </a:defRPr>
            </a:lvl2pPr>
            <a:lvl3pPr indent="0" lvl="2" marL="0" marR="0" algn="r">
              <a:spcBef>
                <a:spcPts val="0"/>
              </a:spcBef>
              <a:spcAft>
                <a:spcPts val="0"/>
              </a:spcAft>
              <a:buNone/>
              <a:defRPr b="1" sz="800">
                <a:solidFill>
                  <a:schemeClr val="dk1"/>
                </a:solidFill>
                <a:latin typeface="Arial"/>
                <a:ea typeface="Arial"/>
                <a:cs typeface="Arial"/>
                <a:sym typeface="Arial"/>
              </a:defRPr>
            </a:lvl3pPr>
            <a:lvl4pPr indent="0" lvl="3" marL="0" marR="0" algn="r">
              <a:spcBef>
                <a:spcPts val="0"/>
              </a:spcBef>
              <a:spcAft>
                <a:spcPts val="0"/>
              </a:spcAft>
              <a:buNone/>
              <a:defRPr b="1" sz="800">
                <a:solidFill>
                  <a:schemeClr val="dk1"/>
                </a:solidFill>
                <a:latin typeface="Arial"/>
                <a:ea typeface="Arial"/>
                <a:cs typeface="Arial"/>
                <a:sym typeface="Arial"/>
              </a:defRPr>
            </a:lvl4pPr>
            <a:lvl5pPr indent="0" lvl="4" marL="0" marR="0" algn="r">
              <a:spcBef>
                <a:spcPts val="0"/>
              </a:spcBef>
              <a:spcAft>
                <a:spcPts val="0"/>
              </a:spcAft>
              <a:buNone/>
              <a:defRPr b="1" sz="800">
                <a:solidFill>
                  <a:schemeClr val="dk1"/>
                </a:solidFill>
                <a:latin typeface="Arial"/>
                <a:ea typeface="Arial"/>
                <a:cs typeface="Arial"/>
                <a:sym typeface="Arial"/>
              </a:defRPr>
            </a:lvl5pPr>
            <a:lvl6pPr indent="0" lvl="5" marL="0" marR="0" algn="r">
              <a:spcBef>
                <a:spcPts val="0"/>
              </a:spcBef>
              <a:spcAft>
                <a:spcPts val="0"/>
              </a:spcAft>
              <a:buNone/>
              <a:defRPr b="1" sz="800">
                <a:solidFill>
                  <a:schemeClr val="dk1"/>
                </a:solidFill>
                <a:latin typeface="Arial"/>
                <a:ea typeface="Arial"/>
                <a:cs typeface="Arial"/>
                <a:sym typeface="Arial"/>
              </a:defRPr>
            </a:lvl6pPr>
            <a:lvl7pPr indent="0" lvl="6" marL="0" marR="0" algn="r">
              <a:spcBef>
                <a:spcPts val="0"/>
              </a:spcBef>
              <a:spcAft>
                <a:spcPts val="0"/>
              </a:spcAft>
              <a:buNone/>
              <a:defRPr b="1" sz="800">
                <a:solidFill>
                  <a:schemeClr val="dk1"/>
                </a:solidFill>
                <a:latin typeface="Arial"/>
                <a:ea typeface="Arial"/>
                <a:cs typeface="Arial"/>
                <a:sym typeface="Arial"/>
              </a:defRPr>
            </a:lvl7pPr>
            <a:lvl8pPr indent="0" lvl="7" marL="0" marR="0" algn="r">
              <a:spcBef>
                <a:spcPts val="0"/>
              </a:spcBef>
              <a:spcAft>
                <a:spcPts val="0"/>
              </a:spcAft>
              <a:buNone/>
              <a:defRPr b="1" sz="800">
                <a:solidFill>
                  <a:schemeClr val="dk1"/>
                </a:solidFill>
                <a:latin typeface="Arial"/>
                <a:ea typeface="Arial"/>
                <a:cs typeface="Arial"/>
                <a:sym typeface="Arial"/>
              </a:defRPr>
            </a:lvl8pPr>
            <a:lvl9pPr indent="0" lvl="8" marL="0" marR="0" algn="r">
              <a:spcBef>
                <a:spcPts val="0"/>
              </a:spcBef>
              <a:spcAft>
                <a:spcPts val="0"/>
              </a:spcAft>
              <a:buNone/>
              <a:defRPr b="1" sz="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50520" lvl="0" marL="457200" algn="l">
              <a:spcBef>
                <a:spcPts val="640"/>
              </a:spcBef>
              <a:spcAft>
                <a:spcPts val="0"/>
              </a:spcAft>
              <a:buSzPts val="1920"/>
              <a:buChar char="■"/>
              <a:defRPr sz="3200"/>
            </a:lvl1pPr>
            <a:lvl2pPr indent="-299719" lvl="1" marL="914400" algn="l">
              <a:spcBef>
                <a:spcPts val="560"/>
              </a:spcBef>
              <a:spcAft>
                <a:spcPts val="0"/>
              </a:spcAft>
              <a:buSzPts val="1120"/>
              <a:buChar char="■"/>
              <a:defRPr sz="2800"/>
            </a:lvl2pPr>
            <a:lvl3pPr indent="-274319" lvl="2" marL="1371600" algn="l">
              <a:spcBef>
                <a:spcPts val="480"/>
              </a:spcBef>
              <a:spcAft>
                <a:spcPts val="0"/>
              </a:spcAft>
              <a:buSzPts val="720"/>
              <a:buChar char="■"/>
              <a:defRPr sz="2400"/>
            </a:lvl3pPr>
            <a:lvl4pPr indent="-298450" lvl="3" marL="1828800" algn="l">
              <a:spcBef>
                <a:spcPts val="400"/>
              </a:spcBef>
              <a:spcAft>
                <a:spcPts val="0"/>
              </a:spcAft>
              <a:buSzPts val="1100"/>
              <a:buChar char="■"/>
              <a:defRPr sz="2000"/>
            </a:lvl4pPr>
            <a:lvl5pPr indent="-292100" lvl="4" marL="2286000" algn="l">
              <a:spcBef>
                <a:spcPts val="400"/>
              </a:spcBef>
              <a:spcAft>
                <a:spcPts val="0"/>
              </a:spcAft>
              <a:buSzPts val="1000"/>
              <a:buChar char="■"/>
              <a:defRPr sz="2000"/>
            </a:lvl5pPr>
            <a:lvl6pPr indent="-292100" lvl="5" marL="2743200" algn="l">
              <a:spcBef>
                <a:spcPts val="400"/>
              </a:spcBef>
              <a:spcAft>
                <a:spcPts val="0"/>
              </a:spcAft>
              <a:buSzPts val="1000"/>
              <a:buChar char="■"/>
              <a:defRPr sz="2000"/>
            </a:lvl6pPr>
            <a:lvl7pPr indent="-292100" lvl="6" marL="3200400" algn="l">
              <a:spcBef>
                <a:spcPts val="400"/>
              </a:spcBef>
              <a:spcAft>
                <a:spcPts val="0"/>
              </a:spcAft>
              <a:buSzPts val="1000"/>
              <a:buChar char="■"/>
              <a:defRPr sz="2000"/>
            </a:lvl7pPr>
            <a:lvl8pPr indent="-292100" lvl="7" marL="3657600" algn="l">
              <a:spcBef>
                <a:spcPts val="400"/>
              </a:spcBef>
              <a:spcAft>
                <a:spcPts val="0"/>
              </a:spcAft>
              <a:buSzPts val="1000"/>
              <a:buChar char="■"/>
              <a:defRPr sz="2000"/>
            </a:lvl8pPr>
            <a:lvl9pPr indent="-292100" lvl="8" marL="4114800" algn="l">
              <a:spcBef>
                <a:spcPts val="400"/>
              </a:spcBef>
              <a:spcAft>
                <a:spcPts val="0"/>
              </a:spcAft>
              <a:buSzPts val="1000"/>
              <a:buChar char="■"/>
              <a:defRPr sz="2000"/>
            </a:lvl9pPr>
          </a:lstStyle>
          <a:p/>
        </p:txBody>
      </p:sp>
      <p:sp>
        <p:nvSpPr>
          <p:cNvPr id="52" name="Google Shape;52;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840"/>
              <a:buNone/>
              <a:defRPr sz="1400"/>
            </a:lvl1pPr>
            <a:lvl2pPr indent="-228600" lvl="1" marL="914400" algn="l">
              <a:spcBef>
                <a:spcPts val="240"/>
              </a:spcBef>
              <a:spcAft>
                <a:spcPts val="0"/>
              </a:spcAft>
              <a:buSzPts val="480"/>
              <a:buNone/>
              <a:defRPr sz="1200"/>
            </a:lvl2pPr>
            <a:lvl3pPr indent="-228600" lvl="2" marL="1371600" algn="l">
              <a:spcBef>
                <a:spcPts val="200"/>
              </a:spcBef>
              <a:spcAft>
                <a:spcPts val="0"/>
              </a:spcAft>
              <a:buSzPts val="300"/>
              <a:buNone/>
              <a:defRPr sz="1000"/>
            </a:lvl3pPr>
            <a:lvl4pPr indent="-228600" lvl="3" marL="1828800" algn="l">
              <a:spcBef>
                <a:spcPts val="180"/>
              </a:spcBef>
              <a:spcAft>
                <a:spcPts val="0"/>
              </a:spcAft>
              <a:buSzPts val="49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53" name="Google Shape;53;p9"/>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800">
                <a:solidFill>
                  <a:schemeClr val="dk1"/>
                </a:solidFill>
                <a:latin typeface="Arial"/>
                <a:ea typeface="Arial"/>
                <a:cs typeface="Arial"/>
                <a:sym typeface="Arial"/>
              </a:defRPr>
            </a:lvl1pPr>
            <a:lvl2pPr indent="0" lvl="1" marL="0" marR="0" algn="r">
              <a:spcBef>
                <a:spcPts val="0"/>
              </a:spcBef>
              <a:spcAft>
                <a:spcPts val="0"/>
              </a:spcAft>
              <a:buNone/>
              <a:defRPr b="1" sz="800">
                <a:solidFill>
                  <a:schemeClr val="dk1"/>
                </a:solidFill>
                <a:latin typeface="Arial"/>
                <a:ea typeface="Arial"/>
                <a:cs typeface="Arial"/>
                <a:sym typeface="Arial"/>
              </a:defRPr>
            </a:lvl2pPr>
            <a:lvl3pPr indent="0" lvl="2" marL="0" marR="0" algn="r">
              <a:spcBef>
                <a:spcPts val="0"/>
              </a:spcBef>
              <a:spcAft>
                <a:spcPts val="0"/>
              </a:spcAft>
              <a:buNone/>
              <a:defRPr b="1" sz="800">
                <a:solidFill>
                  <a:schemeClr val="dk1"/>
                </a:solidFill>
                <a:latin typeface="Arial"/>
                <a:ea typeface="Arial"/>
                <a:cs typeface="Arial"/>
                <a:sym typeface="Arial"/>
              </a:defRPr>
            </a:lvl3pPr>
            <a:lvl4pPr indent="0" lvl="3" marL="0" marR="0" algn="r">
              <a:spcBef>
                <a:spcPts val="0"/>
              </a:spcBef>
              <a:spcAft>
                <a:spcPts val="0"/>
              </a:spcAft>
              <a:buNone/>
              <a:defRPr b="1" sz="800">
                <a:solidFill>
                  <a:schemeClr val="dk1"/>
                </a:solidFill>
                <a:latin typeface="Arial"/>
                <a:ea typeface="Arial"/>
                <a:cs typeface="Arial"/>
                <a:sym typeface="Arial"/>
              </a:defRPr>
            </a:lvl4pPr>
            <a:lvl5pPr indent="0" lvl="4" marL="0" marR="0" algn="r">
              <a:spcBef>
                <a:spcPts val="0"/>
              </a:spcBef>
              <a:spcAft>
                <a:spcPts val="0"/>
              </a:spcAft>
              <a:buNone/>
              <a:defRPr b="1" sz="800">
                <a:solidFill>
                  <a:schemeClr val="dk1"/>
                </a:solidFill>
                <a:latin typeface="Arial"/>
                <a:ea typeface="Arial"/>
                <a:cs typeface="Arial"/>
                <a:sym typeface="Arial"/>
              </a:defRPr>
            </a:lvl5pPr>
            <a:lvl6pPr indent="0" lvl="5" marL="0" marR="0" algn="r">
              <a:spcBef>
                <a:spcPts val="0"/>
              </a:spcBef>
              <a:spcAft>
                <a:spcPts val="0"/>
              </a:spcAft>
              <a:buNone/>
              <a:defRPr b="1" sz="800">
                <a:solidFill>
                  <a:schemeClr val="dk1"/>
                </a:solidFill>
                <a:latin typeface="Arial"/>
                <a:ea typeface="Arial"/>
                <a:cs typeface="Arial"/>
                <a:sym typeface="Arial"/>
              </a:defRPr>
            </a:lvl6pPr>
            <a:lvl7pPr indent="0" lvl="6" marL="0" marR="0" algn="r">
              <a:spcBef>
                <a:spcPts val="0"/>
              </a:spcBef>
              <a:spcAft>
                <a:spcPts val="0"/>
              </a:spcAft>
              <a:buNone/>
              <a:defRPr b="1" sz="800">
                <a:solidFill>
                  <a:schemeClr val="dk1"/>
                </a:solidFill>
                <a:latin typeface="Arial"/>
                <a:ea typeface="Arial"/>
                <a:cs typeface="Arial"/>
                <a:sym typeface="Arial"/>
              </a:defRPr>
            </a:lvl7pPr>
            <a:lvl8pPr indent="0" lvl="7" marL="0" marR="0" algn="r">
              <a:spcBef>
                <a:spcPts val="0"/>
              </a:spcBef>
              <a:spcAft>
                <a:spcPts val="0"/>
              </a:spcAft>
              <a:buNone/>
              <a:defRPr b="1" sz="800">
                <a:solidFill>
                  <a:schemeClr val="dk1"/>
                </a:solidFill>
                <a:latin typeface="Arial"/>
                <a:ea typeface="Arial"/>
                <a:cs typeface="Arial"/>
                <a:sym typeface="Arial"/>
              </a:defRPr>
            </a:lvl8pPr>
            <a:lvl9pPr indent="0" lvl="8" marL="0" marR="0" algn="r">
              <a:spcBef>
                <a:spcPts val="0"/>
              </a:spcBef>
              <a:spcAft>
                <a:spcPts val="0"/>
              </a:spcAft>
              <a:buNone/>
              <a:defRPr b="1" sz="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0"/>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folHlink"/>
              </a:buClr>
              <a:buSzPts val="1920"/>
              <a:buFont typeface="Noto Sans Symbols"/>
              <a:buNone/>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rgbClr val="CC00FF"/>
              </a:buClr>
              <a:buSzPts val="1120"/>
              <a:buFont typeface="Noto Sans Symbols"/>
              <a:buNone/>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folHlink"/>
              </a:buClr>
              <a:buSzPts val="720"/>
              <a:buFont typeface="Noto Sans Symbols"/>
              <a:buNone/>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accent2"/>
              </a:buClr>
              <a:buSzPts val="1100"/>
              <a:buFont typeface="Noto Sans Symbols"/>
              <a:buNone/>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accent1"/>
              </a:buClr>
              <a:buSzPts val="1000"/>
              <a:buFont typeface="Noto Sans Symbols"/>
              <a:buNone/>
              <a:defRPr b="0" i="0" sz="2000" u="none" cap="none" strike="noStrike">
                <a:solidFill>
                  <a:schemeClr val="dk1"/>
                </a:solidFill>
                <a:latin typeface="Tahoma"/>
                <a:ea typeface="Tahoma"/>
                <a:cs typeface="Tahoma"/>
                <a:sym typeface="Tahoma"/>
              </a:defRPr>
            </a:lvl5pPr>
            <a:lvl6pPr lvl="5" marR="0" rtl="0" algn="l">
              <a:spcBef>
                <a:spcPts val="400"/>
              </a:spcBef>
              <a:spcAft>
                <a:spcPts val="0"/>
              </a:spcAft>
              <a:buClr>
                <a:schemeClr val="accent1"/>
              </a:buClr>
              <a:buSzPts val="1000"/>
              <a:buFont typeface="Noto Sans Symbols"/>
              <a:buNone/>
              <a:defRPr b="0" i="0" sz="2000" u="none" cap="none" strike="noStrike">
                <a:solidFill>
                  <a:schemeClr val="dk1"/>
                </a:solidFill>
                <a:latin typeface="Tahoma"/>
                <a:ea typeface="Tahoma"/>
                <a:cs typeface="Tahoma"/>
                <a:sym typeface="Tahoma"/>
              </a:defRPr>
            </a:lvl6pPr>
            <a:lvl7pPr lvl="6" marR="0" rtl="0" algn="l">
              <a:spcBef>
                <a:spcPts val="400"/>
              </a:spcBef>
              <a:spcAft>
                <a:spcPts val="0"/>
              </a:spcAft>
              <a:buClr>
                <a:schemeClr val="accent1"/>
              </a:buClr>
              <a:buSzPts val="1000"/>
              <a:buFont typeface="Noto Sans Symbols"/>
              <a:buNone/>
              <a:defRPr b="0" i="0" sz="2000" u="none" cap="none" strike="noStrike">
                <a:solidFill>
                  <a:schemeClr val="dk1"/>
                </a:solidFill>
                <a:latin typeface="Tahoma"/>
                <a:ea typeface="Tahoma"/>
                <a:cs typeface="Tahoma"/>
                <a:sym typeface="Tahoma"/>
              </a:defRPr>
            </a:lvl7pPr>
            <a:lvl8pPr lvl="7" marR="0" rtl="0" algn="l">
              <a:spcBef>
                <a:spcPts val="400"/>
              </a:spcBef>
              <a:spcAft>
                <a:spcPts val="0"/>
              </a:spcAft>
              <a:buClr>
                <a:schemeClr val="accent1"/>
              </a:buClr>
              <a:buSzPts val="1000"/>
              <a:buFont typeface="Noto Sans Symbols"/>
              <a:buNone/>
              <a:defRPr b="0" i="0" sz="2000" u="none" cap="none" strike="noStrike">
                <a:solidFill>
                  <a:schemeClr val="dk1"/>
                </a:solidFill>
                <a:latin typeface="Tahoma"/>
                <a:ea typeface="Tahoma"/>
                <a:cs typeface="Tahoma"/>
                <a:sym typeface="Tahoma"/>
              </a:defRPr>
            </a:lvl8pPr>
            <a:lvl9pPr lvl="8" marR="0" rtl="0" algn="l">
              <a:spcBef>
                <a:spcPts val="400"/>
              </a:spcBef>
              <a:spcAft>
                <a:spcPts val="0"/>
              </a:spcAft>
              <a:buClr>
                <a:schemeClr val="accent1"/>
              </a:buClr>
              <a:buSzPts val="1000"/>
              <a:buFont typeface="Noto Sans Symbols"/>
              <a:buNone/>
              <a:defRPr b="0" i="0" sz="2000" u="none" cap="none" strike="noStrike">
                <a:solidFill>
                  <a:schemeClr val="dk1"/>
                </a:solidFill>
                <a:latin typeface="Tahoma"/>
                <a:ea typeface="Tahoma"/>
                <a:cs typeface="Tahoma"/>
                <a:sym typeface="Tahoma"/>
              </a:defRPr>
            </a:lvl9pPr>
          </a:lstStyle>
          <a:p/>
        </p:txBody>
      </p:sp>
      <p:sp>
        <p:nvSpPr>
          <p:cNvPr id="57" name="Google Shape;57;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840"/>
              <a:buNone/>
              <a:defRPr sz="1400"/>
            </a:lvl1pPr>
            <a:lvl2pPr indent="-228600" lvl="1" marL="914400" algn="l">
              <a:spcBef>
                <a:spcPts val="240"/>
              </a:spcBef>
              <a:spcAft>
                <a:spcPts val="0"/>
              </a:spcAft>
              <a:buSzPts val="480"/>
              <a:buNone/>
              <a:defRPr sz="1200"/>
            </a:lvl2pPr>
            <a:lvl3pPr indent="-228600" lvl="2" marL="1371600" algn="l">
              <a:spcBef>
                <a:spcPts val="200"/>
              </a:spcBef>
              <a:spcAft>
                <a:spcPts val="0"/>
              </a:spcAft>
              <a:buSzPts val="300"/>
              <a:buNone/>
              <a:defRPr sz="1000"/>
            </a:lvl3pPr>
            <a:lvl4pPr indent="-228600" lvl="3" marL="1828800" algn="l">
              <a:spcBef>
                <a:spcPts val="180"/>
              </a:spcBef>
              <a:spcAft>
                <a:spcPts val="0"/>
              </a:spcAft>
              <a:buSzPts val="49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58" name="Google Shape;58;p10"/>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800">
                <a:solidFill>
                  <a:schemeClr val="dk1"/>
                </a:solidFill>
                <a:latin typeface="Arial"/>
                <a:ea typeface="Arial"/>
                <a:cs typeface="Arial"/>
                <a:sym typeface="Arial"/>
              </a:defRPr>
            </a:lvl1pPr>
            <a:lvl2pPr indent="0" lvl="1" marL="0" marR="0" algn="r">
              <a:spcBef>
                <a:spcPts val="0"/>
              </a:spcBef>
              <a:spcAft>
                <a:spcPts val="0"/>
              </a:spcAft>
              <a:buNone/>
              <a:defRPr b="1" sz="800">
                <a:solidFill>
                  <a:schemeClr val="dk1"/>
                </a:solidFill>
                <a:latin typeface="Arial"/>
                <a:ea typeface="Arial"/>
                <a:cs typeface="Arial"/>
                <a:sym typeface="Arial"/>
              </a:defRPr>
            </a:lvl2pPr>
            <a:lvl3pPr indent="0" lvl="2" marL="0" marR="0" algn="r">
              <a:spcBef>
                <a:spcPts val="0"/>
              </a:spcBef>
              <a:spcAft>
                <a:spcPts val="0"/>
              </a:spcAft>
              <a:buNone/>
              <a:defRPr b="1" sz="800">
                <a:solidFill>
                  <a:schemeClr val="dk1"/>
                </a:solidFill>
                <a:latin typeface="Arial"/>
                <a:ea typeface="Arial"/>
                <a:cs typeface="Arial"/>
                <a:sym typeface="Arial"/>
              </a:defRPr>
            </a:lvl3pPr>
            <a:lvl4pPr indent="0" lvl="3" marL="0" marR="0" algn="r">
              <a:spcBef>
                <a:spcPts val="0"/>
              </a:spcBef>
              <a:spcAft>
                <a:spcPts val="0"/>
              </a:spcAft>
              <a:buNone/>
              <a:defRPr b="1" sz="800">
                <a:solidFill>
                  <a:schemeClr val="dk1"/>
                </a:solidFill>
                <a:latin typeface="Arial"/>
                <a:ea typeface="Arial"/>
                <a:cs typeface="Arial"/>
                <a:sym typeface="Arial"/>
              </a:defRPr>
            </a:lvl4pPr>
            <a:lvl5pPr indent="0" lvl="4" marL="0" marR="0" algn="r">
              <a:spcBef>
                <a:spcPts val="0"/>
              </a:spcBef>
              <a:spcAft>
                <a:spcPts val="0"/>
              </a:spcAft>
              <a:buNone/>
              <a:defRPr b="1" sz="800">
                <a:solidFill>
                  <a:schemeClr val="dk1"/>
                </a:solidFill>
                <a:latin typeface="Arial"/>
                <a:ea typeface="Arial"/>
                <a:cs typeface="Arial"/>
                <a:sym typeface="Arial"/>
              </a:defRPr>
            </a:lvl5pPr>
            <a:lvl6pPr indent="0" lvl="5" marL="0" marR="0" algn="r">
              <a:spcBef>
                <a:spcPts val="0"/>
              </a:spcBef>
              <a:spcAft>
                <a:spcPts val="0"/>
              </a:spcAft>
              <a:buNone/>
              <a:defRPr b="1" sz="800">
                <a:solidFill>
                  <a:schemeClr val="dk1"/>
                </a:solidFill>
                <a:latin typeface="Arial"/>
                <a:ea typeface="Arial"/>
                <a:cs typeface="Arial"/>
                <a:sym typeface="Arial"/>
              </a:defRPr>
            </a:lvl6pPr>
            <a:lvl7pPr indent="0" lvl="6" marL="0" marR="0" algn="r">
              <a:spcBef>
                <a:spcPts val="0"/>
              </a:spcBef>
              <a:spcAft>
                <a:spcPts val="0"/>
              </a:spcAft>
              <a:buNone/>
              <a:defRPr b="1" sz="800">
                <a:solidFill>
                  <a:schemeClr val="dk1"/>
                </a:solidFill>
                <a:latin typeface="Arial"/>
                <a:ea typeface="Arial"/>
                <a:cs typeface="Arial"/>
                <a:sym typeface="Arial"/>
              </a:defRPr>
            </a:lvl7pPr>
            <a:lvl8pPr indent="0" lvl="7" marL="0" marR="0" algn="r">
              <a:spcBef>
                <a:spcPts val="0"/>
              </a:spcBef>
              <a:spcAft>
                <a:spcPts val="0"/>
              </a:spcAft>
              <a:buNone/>
              <a:defRPr b="1" sz="800">
                <a:solidFill>
                  <a:schemeClr val="dk1"/>
                </a:solidFill>
                <a:latin typeface="Arial"/>
                <a:ea typeface="Arial"/>
                <a:cs typeface="Arial"/>
                <a:sym typeface="Arial"/>
              </a:defRPr>
            </a:lvl8pPr>
            <a:lvl9pPr indent="0" lvl="8" marL="0" marR="0" algn="r">
              <a:spcBef>
                <a:spcPts val="0"/>
              </a:spcBef>
              <a:spcAft>
                <a:spcPts val="0"/>
              </a:spcAft>
              <a:buNone/>
              <a:defRPr b="1" sz="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9" name="Shape 59"/>
        <p:cNvGrpSpPr/>
        <p:nvPr/>
      </p:nvGrpSpPr>
      <p:grpSpPr>
        <a:xfrm>
          <a:off x="0" y="0"/>
          <a:ext cx="0" cy="0"/>
          <a:chOff x="0" y="0"/>
          <a:chExt cx="0" cy="0"/>
        </a:xfrm>
      </p:grpSpPr>
      <p:sp>
        <p:nvSpPr>
          <p:cNvPr id="60" name="Google Shape;60;p11"/>
          <p:cNvSpPr txBox="1"/>
          <p:nvPr>
            <p:ph type="title"/>
          </p:nvPr>
        </p:nvSpPr>
        <p:spPr>
          <a:xfrm>
            <a:off x="211138" y="192088"/>
            <a:ext cx="8721725" cy="51911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1"/>
          <p:cNvSpPr txBox="1"/>
          <p:nvPr>
            <p:ph idx="1" type="body"/>
          </p:nvPr>
        </p:nvSpPr>
        <p:spPr>
          <a:xfrm rot="5400000">
            <a:off x="1764189" y="-791051"/>
            <a:ext cx="5598161" cy="8704262"/>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274319" lvl="1" marL="914400" algn="l">
              <a:spcBef>
                <a:spcPts val="360"/>
              </a:spcBef>
              <a:spcAft>
                <a:spcPts val="0"/>
              </a:spcAft>
              <a:buSzPts val="720"/>
              <a:buChar char="■"/>
              <a:defRPr/>
            </a:lvl2pPr>
            <a:lvl3pPr indent="-262889" lvl="2" marL="1371600" algn="l">
              <a:spcBef>
                <a:spcPts val="360"/>
              </a:spcBef>
              <a:spcAft>
                <a:spcPts val="0"/>
              </a:spcAft>
              <a:buSzPts val="54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62" name="Google Shape;62;p11"/>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800">
                <a:solidFill>
                  <a:schemeClr val="dk1"/>
                </a:solidFill>
                <a:latin typeface="Arial"/>
                <a:ea typeface="Arial"/>
                <a:cs typeface="Arial"/>
                <a:sym typeface="Arial"/>
              </a:defRPr>
            </a:lvl1pPr>
            <a:lvl2pPr indent="0" lvl="1" marL="0" marR="0" algn="r">
              <a:spcBef>
                <a:spcPts val="0"/>
              </a:spcBef>
              <a:spcAft>
                <a:spcPts val="0"/>
              </a:spcAft>
              <a:buNone/>
              <a:defRPr b="1" sz="800">
                <a:solidFill>
                  <a:schemeClr val="dk1"/>
                </a:solidFill>
                <a:latin typeface="Arial"/>
                <a:ea typeface="Arial"/>
                <a:cs typeface="Arial"/>
                <a:sym typeface="Arial"/>
              </a:defRPr>
            </a:lvl2pPr>
            <a:lvl3pPr indent="0" lvl="2" marL="0" marR="0" algn="r">
              <a:spcBef>
                <a:spcPts val="0"/>
              </a:spcBef>
              <a:spcAft>
                <a:spcPts val="0"/>
              </a:spcAft>
              <a:buNone/>
              <a:defRPr b="1" sz="800">
                <a:solidFill>
                  <a:schemeClr val="dk1"/>
                </a:solidFill>
                <a:latin typeface="Arial"/>
                <a:ea typeface="Arial"/>
                <a:cs typeface="Arial"/>
                <a:sym typeface="Arial"/>
              </a:defRPr>
            </a:lvl3pPr>
            <a:lvl4pPr indent="0" lvl="3" marL="0" marR="0" algn="r">
              <a:spcBef>
                <a:spcPts val="0"/>
              </a:spcBef>
              <a:spcAft>
                <a:spcPts val="0"/>
              </a:spcAft>
              <a:buNone/>
              <a:defRPr b="1" sz="800">
                <a:solidFill>
                  <a:schemeClr val="dk1"/>
                </a:solidFill>
                <a:latin typeface="Arial"/>
                <a:ea typeface="Arial"/>
                <a:cs typeface="Arial"/>
                <a:sym typeface="Arial"/>
              </a:defRPr>
            </a:lvl4pPr>
            <a:lvl5pPr indent="0" lvl="4" marL="0" marR="0" algn="r">
              <a:spcBef>
                <a:spcPts val="0"/>
              </a:spcBef>
              <a:spcAft>
                <a:spcPts val="0"/>
              </a:spcAft>
              <a:buNone/>
              <a:defRPr b="1" sz="800">
                <a:solidFill>
                  <a:schemeClr val="dk1"/>
                </a:solidFill>
                <a:latin typeface="Arial"/>
                <a:ea typeface="Arial"/>
                <a:cs typeface="Arial"/>
                <a:sym typeface="Arial"/>
              </a:defRPr>
            </a:lvl5pPr>
            <a:lvl6pPr indent="0" lvl="5" marL="0" marR="0" algn="r">
              <a:spcBef>
                <a:spcPts val="0"/>
              </a:spcBef>
              <a:spcAft>
                <a:spcPts val="0"/>
              </a:spcAft>
              <a:buNone/>
              <a:defRPr b="1" sz="800">
                <a:solidFill>
                  <a:schemeClr val="dk1"/>
                </a:solidFill>
                <a:latin typeface="Arial"/>
                <a:ea typeface="Arial"/>
                <a:cs typeface="Arial"/>
                <a:sym typeface="Arial"/>
              </a:defRPr>
            </a:lvl6pPr>
            <a:lvl7pPr indent="0" lvl="6" marL="0" marR="0" algn="r">
              <a:spcBef>
                <a:spcPts val="0"/>
              </a:spcBef>
              <a:spcAft>
                <a:spcPts val="0"/>
              </a:spcAft>
              <a:buNone/>
              <a:defRPr b="1" sz="800">
                <a:solidFill>
                  <a:schemeClr val="dk1"/>
                </a:solidFill>
                <a:latin typeface="Arial"/>
                <a:ea typeface="Arial"/>
                <a:cs typeface="Arial"/>
                <a:sym typeface="Arial"/>
              </a:defRPr>
            </a:lvl7pPr>
            <a:lvl8pPr indent="0" lvl="7" marL="0" marR="0" algn="r">
              <a:spcBef>
                <a:spcPts val="0"/>
              </a:spcBef>
              <a:spcAft>
                <a:spcPts val="0"/>
              </a:spcAft>
              <a:buNone/>
              <a:defRPr b="1" sz="800">
                <a:solidFill>
                  <a:schemeClr val="dk1"/>
                </a:solidFill>
                <a:latin typeface="Arial"/>
                <a:ea typeface="Arial"/>
                <a:cs typeface="Arial"/>
                <a:sym typeface="Arial"/>
              </a:defRPr>
            </a:lvl8pPr>
            <a:lvl9pPr indent="0" lvl="8" marL="0" marR="0" algn="r">
              <a:spcBef>
                <a:spcPts val="0"/>
              </a:spcBef>
              <a:spcAft>
                <a:spcPts val="0"/>
              </a:spcAft>
              <a:buNone/>
              <a:defRPr b="1" sz="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3" name="Shape 63"/>
        <p:cNvGrpSpPr/>
        <p:nvPr/>
      </p:nvGrpSpPr>
      <p:grpSpPr>
        <a:xfrm>
          <a:off x="0" y="0"/>
          <a:ext cx="0" cy="0"/>
          <a:chOff x="0" y="0"/>
          <a:chExt cx="0" cy="0"/>
        </a:xfrm>
      </p:grpSpPr>
      <p:sp>
        <p:nvSpPr>
          <p:cNvPr id="64" name="Google Shape;64;p12"/>
          <p:cNvSpPr txBox="1"/>
          <p:nvPr>
            <p:ph type="title"/>
          </p:nvPr>
        </p:nvSpPr>
        <p:spPr>
          <a:xfrm rot="5400000">
            <a:off x="4893469" y="2051844"/>
            <a:ext cx="5899150" cy="217963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2"/>
          <p:cNvSpPr txBox="1"/>
          <p:nvPr>
            <p:ph idx="1" type="body"/>
          </p:nvPr>
        </p:nvSpPr>
        <p:spPr>
          <a:xfrm rot="5400000">
            <a:off x="456406" y="-53181"/>
            <a:ext cx="5899150" cy="6389687"/>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274319" lvl="1" marL="914400" algn="l">
              <a:spcBef>
                <a:spcPts val="360"/>
              </a:spcBef>
              <a:spcAft>
                <a:spcPts val="0"/>
              </a:spcAft>
              <a:buSzPts val="720"/>
              <a:buChar char="■"/>
              <a:defRPr/>
            </a:lvl2pPr>
            <a:lvl3pPr indent="-262889" lvl="2" marL="1371600" algn="l">
              <a:spcBef>
                <a:spcPts val="360"/>
              </a:spcBef>
              <a:spcAft>
                <a:spcPts val="0"/>
              </a:spcAft>
              <a:buSzPts val="54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66" name="Google Shape;66;p12"/>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1" sz="800">
                <a:solidFill>
                  <a:schemeClr val="dk1"/>
                </a:solidFill>
                <a:latin typeface="Arial"/>
                <a:ea typeface="Arial"/>
                <a:cs typeface="Arial"/>
                <a:sym typeface="Arial"/>
              </a:defRPr>
            </a:lvl1pPr>
            <a:lvl2pPr indent="0" lvl="1" marL="0" marR="0" algn="r">
              <a:spcBef>
                <a:spcPts val="0"/>
              </a:spcBef>
              <a:spcAft>
                <a:spcPts val="0"/>
              </a:spcAft>
              <a:buNone/>
              <a:defRPr b="1" sz="800">
                <a:solidFill>
                  <a:schemeClr val="dk1"/>
                </a:solidFill>
                <a:latin typeface="Arial"/>
                <a:ea typeface="Arial"/>
                <a:cs typeface="Arial"/>
                <a:sym typeface="Arial"/>
              </a:defRPr>
            </a:lvl2pPr>
            <a:lvl3pPr indent="0" lvl="2" marL="0" marR="0" algn="r">
              <a:spcBef>
                <a:spcPts val="0"/>
              </a:spcBef>
              <a:spcAft>
                <a:spcPts val="0"/>
              </a:spcAft>
              <a:buNone/>
              <a:defRPr b="1" sz="800">
                <a:solidFill>
                  <a:schemeClr val="dk1"/>
                </a:solidFill>
                <a:latin typeface="Arial"/>
                <a:ea typeface="Arial"/>
                <a:cs typeface="Arial"/>
                <a:sym typeface="Arial"/>
              </a:defRPr>
            </a:lvl3pPr>
            <a:lvl4pPr indent="0" lvl="3" marL="0" marR="0" algn="r">
              <a:spcBef>
                <a:spcPts val="0"/>
              </a:spcBef>
              <a:spcAft>
                <a:spcPts val="0"/>
              </a:spcAft>
              <a:buNone/>
              <a:defRPr b="1" sz="800">
                <a:solidFill>
                  <a:schemeClr val="dk1"/>
                </a:solidFill>
                <a:latin typeface="Arial"/>
                <a:ea typeface="Arial"/>
                <a:cs typeface="Arial"/>
                <a:sym typeface="Arial"/>
              </a:defRPr>
            </a:lvl4pPr>
            <a:lvl5pPr indent="0" lvl="4" marL="0" marR="0" algn="r">
              <a:spcBef>
                <a:spcPts val="0"/>
              </a:spcBef>
              <a:spcAft>
                <a:spcPts val="0"/>
              </a:spcAft>
              <a:buNone/>
              <a:defRPr b="1" sz="800">
                <a:solidFill>
                  <a:schemeClr val="dk1"/>
                </a:solidFill>
                <a:latin typeface="Arial"/>
                <a:ea typeface="Arial"/>
                <a:cs typeface="Arial"/>
                <a:sym typeface="Arial"/>
              </a:defRPr>
            </a:lvl5pPr>
            <a:lvl6pPr indent="0" lvl="5" marL="0" marR="0" algn="r">
              <a:spcBef>
                <a:spcPts val="0"/>
              </a:spcBef>
              <a:spcAft>
                <a:spcPts val="0"/>
              </a:spcAft>
              <a:buNone/>
              <a:defRPr b="1" sz="800">
                <a:solidFill>
                  <a:schemeClr val="dk1"/>
                </a:solidFill>
                <a:latin typeface="Arial"/>
                <a:ea typeface="Arial"/>
                <a:cs typeface="Arial"/>
                <a:sym typeface="Arial"/>
              </a:defRPr>
            </a:lvl6pPr>
            <a:lvl7pPr indent="0" lvl="6" marL="0" marR="0" algn="r">
              <a:spcBef>
                <a:spcPts val="0"/>
              </a:spcBef>
              <a:spcAft>
                <a:spcPts val="0"/>
              </a:spcAft>
              <a:buNone/>
              <a:defRPr b="1" sz="800">
                <a:solidFill>
                  <a:schemeClr val="dk1"/>
                </a:solidFill>
                <a:latin typeface="Arial"/>
                <a:ea typeface="Arial"/>
                <a:cs typeface="Arial"/>
                <a:sym typeface="Arial"/>
              </a:defRPr>
            </a:lvl7pPr>
            <a:lvl8pPr indent="0" lvl="7" marL="0" marR="0" algn="r">
              <a:spcBef>
                <a:spcPts val="0"/>
              </a:spcBef>
              <a:spcAft>
                <a:spcPts val="0"/>
              </a:spcAft>
              <a:buNone/>
              <a:defRPr b="1" sz="800">
                <a:solidFill>
                  <a:schemeClr val="dk1"/>
                </a:solidFill>
                <a:latin typeface="Arial"/>
                <a:ea typeface="Arial"/>
                <a:cs typeface="Arial"/>
                <a:sym typeface="Arial"/>
              </a:defRPr>
            </a:lvl8pPr>
            <a:lvl9pPr indent="0" lvl="8" marL="0" marR="0" algn="r">
              <a:spcBef>
                <a:spcPts val="0"/>
              </a:spcBef>
              <a:spcAft>
                <a:spcPts val="0"/>
              </a:spcAft>
              <a:buNone/>
              <a:defRPr b="1" sz="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1.jp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idx="1" type="body"/>
          </p:nvPr>
        </p:nvSpPr>
        <p:spPr>
          <a:xfrm>
            <a:off x="211138" y="761999"/>
            <a:ext cx="8704262" cy="5598161"/>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294640" lvl="1" marL="914400" marR="0" rtl="0" algn="l">
              <a:spcBef>
                <a:spcPts val="520"/>
              </a:spcBef>
              <a:spcAft>
                <a:spcPts val="0"/>
              </a:spcAft>
              <a:buClr>
                <a:srgbClr val="CC00FF"/>
              </a:buClr>
              <a:buSzPts val="1040"/>
              <a:buFont typeface="Noto Sans Symbols"/>
              <a:buChar char="■"/>
              <a:defRPr b="0" i="0" sz="2600" u="none" cap="none" strike="noStrike">
                <a:solidFill>
                  <a:schemeClr val="dk1"/>
                </a:solidFill>
                <a:latin typeface="Tahoma"/>
                <a:ea typeface="Tahoma"/>
                <a:cs typeface="Tahoma"/>
                <a:sym typeface="Tahoma"/>
              </a:defRPr>
            </a:lvl2pPr>
            <a:lvl3pPr indent="-266700" lvl="2" marL="1371600" marR="0" rtl="0" algn="l">
              <a:spcBef>
                <a:spcPts val="400"/>
              </a:spcBef>
              <a:spcAft>
                <a:spcPts val="0"/>
              </a:spcAft>
              <a:buClr>
                <a:schemeClr val="folHlink"/>
              </a:buClr>
              <a:buSzPts val="600"/>
              <a:buFont typeface="Noto Sans Symbols"/>
              <a:buChar char="■"/>
              <a:defRPr b="0" i="0" sz="20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pic>
        <p:nvPicPr>
          <p:cNvPr descr="FOS_H" id="11" name="Google Shape;11;p1"/>
          <p:cNvPicPr preferRelativeResize="0"/>
          <p:nvPr/>
        </p:nvPicPr>
        <p:blipFill rotWithShape="1">
          <a:blip r:embed="rId1">
            <a:alphaModFix/>
          </a:blip>
          <a:srcRect b="0" l="0" r="0" t="0"/>
          <a:stretch/>
        </p:blipFill>
        <p:spPr>
          <a:xfrm>
            <a:off x="8375650" y="6381750"/>
            <a:ext cx="593725" cy="300038"/>
          </a:xfrm>
          <a:prstGeom prst="rect">
            <a:avLst/>
          </a:prstGeom>
          <a:noFill/>
          <a:ln>
            <a:noFill/>
          </a:ln>
        </p:spPr>
      </p:pic>
      <p:sp>
        <p:nvSpPr>
          <p:cNvPr id="12" name="Google Shape;12;p1"/>
          <p:cNvSpPr/>
          <p:nvPr/>
        </p:nvSpPr>
        <p:spPr>
          <a:xfrm>
            <a:off x="0" y="6629400"/>
            <a:ext cx="9144000" cy="228600"/>
          </a:xfrm>
          <a:prstGeom prst="rect">
            <a:avLst/>
          </a:prstGeom>
          <a:solidFill>
            <a:srgbClr val="C692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115DA3"/>
              </a:solidFill>
              <a:latin typeface="Arial"/>
              <a:ea typeface="Arial"/>
              <a:cs typeface="Arial"/>
              <a:sym typeface="Arial"/>
            </a:endParaRPr>
          </a:p>
        </p:txBody>
      </p:sp>
      <p:sp>
        <p:nvSpPr>
          <p:cNvPr id="13" name="Google Shape;13;p1"/>
          <p:cNvSpPr/>
          <p:nvPr/>
        </p:nvSpPr>
        <p:spPr>
          <a:xfrm>
            <a:off x="123825" y="6624638"/>
            <a:ext cx="1179513" cy="231775"/>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None/>
            </a:pPr>
            <a:r>
              <a:rPr b="1" i="0" lang="en-US" sz="800" u="none" cap="none" strike="noStrike">
                <a:solidFill>
                  <a:schemeClr val="dk1"/>
                </a:solidFill>
                <a:latin typeface="Arial"/>
                <a:ea typeface="Arial"/>
                <a:cs typeface="Arial"/>
                <a:sym typeface="Arial"/>
              </a:rPr>
              <a:t>ESD-IS213</a:t>
            </a:r>
            <a:endParaRPr/>
          </a:p>
        </p:txBody>
      </p:sp>
      <p:sp>
        <p:nvSpPr>
          <p:cNvPr id="14" name="Google Shape;14;p1"/>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1" i="0" sz="8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1" i="0" sz="8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1" i="0" sz="8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1" i="0" sz="8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1" i="0" sz="8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1" i="0" sz="8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1" i="0" sz="8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1" i="0" sz="8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1"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sis" id="15" name="Google Shape;15;p1"/>
          <p:cNvPicPr preferRelativeResize="0"/>
          <p:nvPr/>
        </p:nvPicPr>
        <p:blipFill rotWithShape="1">
          <a:blip r:embed="rId2">
            <a:alphaModFix/>
          </a:blip>
          <a:srcRect b="0" l="0" r="0" t="0"/>
          <a:stretch/>
        </p:blipFill>
        <p:spPr>
          <a:xfrm>
            <a:off x="44450" y="6464300"/>
            <a:ext cx="630238" cy="163513"/>
          </a:xfrm>
          <a:prstGeom prst="rect">
            <a:avLst/>
          </a:prstGeom>
          <a:noFill/>
          <a:ln>
            <a:noFill/>
          </a:ln>
        </p:spPr>
      </p:pic>
      <p:sp>
        <p:nvSpPr>
          <p:cNvPr id="16" name="Google Shape;16;p1"/>
          <p:cNvSpPr txBox="1"/>
          <p:nvPr>
            <p:ph type="title"/>
          </p:nvPr>
        </p:nvSpPr>
        <p:spPr>
          <a:xfrm>
            <a:off x="211138" y="192088"/>
            <a:ext cx="8721725" cy="519112"/>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1pPr>
            <a:lvl2pPr lvl="1"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2pPr>
            <a:lvl3pPr lvl="2"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3pPr>
            <a:lvl4pPr lvl="3"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4pPr>
            <a:lvl5pPr lvl="4"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5pPr>
            <a:lvl6pPr lvl="5"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6pPr>
            <a:lvl7pPr lvl="6"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7pPr>
            <a:lvl8pPr lvl="7"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8pPr>
            <a:lvl9pPr lvl="8" marR="0" rtl="0" algn="l">
              <a:spcBef>
                <a:spcPts val="0"/>
              </a:spcBef>
              <a:spcAft>
                <a:spcPts val="0"/>
              </a:spcAft>
              <a:buSzPts val="1400"/>
              <a:buNone/>
              <a:defRPr b="1" i="0" sz="2800" u="none" cap="none" strike="noStrike">
                <a:solidFill>
                  <a:srgbClr val="C69200"/>
                </a:solidFill>
                <a:latin typeface="Tahoma"/>
                <a:ea typeface="Tahoma"/>
                <a:cs typeface="Tahoma"/>
                <a:sym typeface="Tahoma"/>
              </a:defRPr>
            </a:lvl9pPr>
          </a:lstStyle>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tutornow.sg/blog/home-tuition-rates-2024-the-average-cost-of-home-tuition-in-singapore" TargetMode="Externa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141288" y="2722563"/>
            <a:ext cx="8861400" cy="519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ESD G7T1 Proposal</a:t>
            </a:r>
            <a:endParaRPr/>
          </a:p>
        </p:txBody>
      </p:sp>
      <p:sp>
        <p:nvSpPr>
          <p:cNvPr id="73" name="Google Shape;73;p13"/>
          <p:cNvSpPr txBox="1"/>
          <p:nvPr>
            <p:ph type="ctrTitle"/>
          </p:nvPr>
        </p:nvSpPr>
        <p:spPr>
          <a:xfrm>
            <a:off x="141288" y="3241563"/>
            <a:ext cx="8861400" cy="519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Tuition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idx="1" type="body"/>
          </p:nvPr>
        </p:nvSpPr>
        <p:spPr>
          <a:xfrm>
            <a:off x="211150" y="761999"/>
            <a:ext cx="8593200" cy="1306500"/>
          </a:xfrm>
          <a:prstGeom prst="rect">
            <a:avLst/>
          </a:prstGeom>
          <a:noFill/>
          <a:ln>
            <a:noFill/>
          </a:ln>
        </p:spPr>
        <p:txBody>
          <a:bodyPr anchorCtr="0" anchor="t" bIns="45700" lIns="91425" spcFirstLastPara="1" rIns="91425" wrap="square" tIns="45700">
            <a:noAutofit/>
          </a:bodyPr>
          <a:lstStyle/>
          <a:p>
            <a:pPr indent="-373380" lvl="0" marL="342900" rtl="0" algn="l">
              <a:spcBef>
                <a:spcPts val="0"/>
              </a:spcBef>
              <a:spcAft>
                <a:spcPts val="0"/>
              </a:spcAft>
              <a:buSzPts val="2400"/>
              <a:buChar char="■"/>
            </a:pPr>
            <a:r>
              <a:rPr lang="en-US" sz="2400"/>
              <a:t>Due to high demand of tutors, t</a:t>
            </a:r>
            <a:r>
              <a:rPr lang="en-US" sz="2400"/>
              <a:t>uition centers are becoming more expensive. </a:t>
            </a:r>
            <a:endParaRPr sz="2400">
              <a:solidFill>
                <a:srgbClr val="0000FF"/>
              </a:solidFill>
            </a:endParaRPr>
          </a:p>
          <a:p>
            <a:pPr indent="0" lvl="0" marL="342900" rtl="0" algn="l">
              <a:spcBef>
                <a:spcPts val="0"/>
              </a:spcBef>
              <a:spcAft>
                <a:spcPts val="0"/>
              </a:spcAft>
              <a:buNone/>
            </a:pPr>
            <a:r>
              <a:rPr lang="en-US" sz="1400" u="sng">
                <a:solidFill>
                  <a:schemeClr val="hlink"/>
                </a:solidFill>
                <a:hlinkClick r:id="rId3"/>
              </a:rPr>
              <a:t>https://www.tutornow.sg/blog/home-tuition-rates-2024-the-average-cost-of-home-tuition-in-singapore</a:t>
            </a:r>
            <a:endParaRPr sz="1400"/>
          </a:p>
          <a:p>
            <a:pPr indent="0" lvl="0" marL="342900" rtl="0" algn="l">
              <a:spcBef>
                <a:spcPts val="0"/>
              </a:spcBef>
              <a:spcAft>
                <a:spcPts val="0"/>
              </a:spcAft>
              <a:buNone/>
            </a:pPr>
            <a:r>
              <a:t/>
            </a:r>
            <a:endParaRPr sz="2400"/>
          </a:p>
          <a:p>
            <a:pPr indent="-214630" lvl="1" marL="742950" rtl="0" algn="l">
              <a:spcBef>
                <a:spcPts val="560"/>
              </a:spcBef>
              <a:spcAft>
                <a:spcPts val="0"/>
              </a:spcAft>
              <a:buSzPts val="1120"/>
              <a:buNone/>
            </a:pPr>
            <a:r>
              <a:t/>
            </a:r>
            <a:endParaRPr sz="2400"/>
          </a:p>
        </p:txBody>
      </p:sp>
      <p:sp>
        <p:nvSpPr>
          <p:cNvPr id="79" name="Google Shape;79;p14"/>
          <p:cNvSpPr txBox="1"/>
          <p:nvPr>
            <p:ph type="title"/>
          </p:nvPr>
        </p:nvSpPr>
        <p:spPr>
          <a:xfrm>
            <a:off x="211138" y="192088"/>
            <a:ext cx="8721725" cy="51911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Business Problem		</a:t>
            </a:r>
            <a:endParaRPr/>
          </a:p>
        </p:txBody>
      </p:sp>
      <p:sp>
        <p:nvSpPr>
          <p:cNvPr id="80" name="Google Shape;80;p14"/>
          <p:cNvSpPr txBox="1"/>
          <p:nvPr>
            <p:ph idx="12" type="sldNum"/>
          </p:nvPr>
        </p:nvSpPr>
        <p:spPr>
          <a:xfrm>
            <a:off x="8451850" y="6640513"/>
            <a:ext cx="352425" cy="22225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1" name="Google Shape;81;p14"/>
          <p:cNvPicPr preferRelativeResize="0"/>
          <p:nvPr/>
        </p:nvPicPr>
        <p:blipFill>
          <a:blip r:embed="rId4">
            <a:alphaModFix/>
          </a:blip>
          <a:stretch>
            <a:fillRect/>
          </a:stretch>
        </p:blipFill>
        <p:spPr>
          <a:xfrm>
            <a:off x="291899" y="1863525"/>
            <a:ext cx="8640976" cy="1776825"/>
          </a:xfrm>
          <a:prstGeom prst="rect">
            <a:avLst/>
          </a:prstGeom>
          <a:noFill/>
          <a:ln>
            <a:noFill/>
          </a:ln>
        </p:spPr>
      </p:pic>
      <p:sp>
        <p:nvSpPr>
          <p:cNvPr id="82" name="Google Shape;82;p14"/>
          <p:cNvSpPr txBox="1"/>
          <p:nvPr/>
        </p:nvSpPr>
        <p:spPr>
          <a:xfrm>
            <a:off x="-12650" y="4069675"/>
            <a:ext cx="9040800" cy="2031900"/>
          </a:xfrm>
          <a:prstGeom prst="rect">
            <a:avLst/>
          </a:prstGeom>
          <a:noFill/>
          <a:ln>
            <a:noFill/>
          </a:ln>
        </p:spPr>
        <p:txBody>
          <a:bodyPr anchorCtr="0" anchor="t" bIns="91425" lIns="91425" spcFirstLastPara="1" rIns="91425" wrap="square" tIns="91425">
            <a:spAutoFit/>
          </a:bodyPr>
          <a:lstStyle/>
          <a:p>
            <a:pPr indent="-373380" lvl="0" marL="342900" rtl="0" algn="l">
              <a:spcBef>
                <a:spcPts val="0"/>
              </a:spcBef>
              <a:spcAft>
                <a:spcPts val="0"/>
              </a:spcAft>
              <a:buClr>
                <a:schemeClr val="folHlink"/>
              </a:buClr>
              <a:buSzPts val="2400"/>
              <a:buFont typeface="Noto Sans Symbols"/>
              <a:buChar char="■"/>
            </a:pPr>
            <a:r>
              <a:rPr lang="en-US" sz="2400">
                <a:solidFill>
                  <a:schemeClr val="dk1"/>
                </a:solidFill>
                <a:latin typeface="Tahoma"/>
                <a:ea typeface="Tahoma"/>
                <a:cs typeface="Tahoma"/>
                <a:sym typeface="Tahoma"/>
              </a:rPr>
              <a:t>This creates an inequality gap in the education system, where students are unable to access further enrichment without paying large amounts well beyond their budget. Furthermore, the ratio of students to teacher at these tuition centers is too large for focused, quality education.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5"/>
          <p:cNvSpPr txBox="1"/>
          <p:nvPr>
            <p:ph idx="1" type="body"/>
          </p:nvPr>
        </p:nvSpPr>
        <p:spPr>
          <a:xfrm>
            <a:off x="211138" y="761999"/>
            <a:ext cx="8704200" cy="5598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2400"/>
          </a:p>
          <a:p>
            <a:pPr indent="-373380" lvl="0" marL="342900" rtl="0" algn="l">
              <a:spcBef>
                <a:spcPts val="0"/>
              </a:spcBef>
              <a:spcAft>
                <a:spcPts val="0"/>
              </a:spcAft>
              <a:buSzPts val="2400"/>
              <a:buChar char="■"/>
            </a:pPr>
            <a:r>
              <a:rPr lang="en-US" sz="2400"/>
              <a:t>Telegram channels that connect tutors to students are too fragmented, and many students get ghosted or do not hear back from administrators of these channels. This result in the stagnant high demand for tutors, eventually leading to stagnant high tuition costs</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373380" lvl="0" marL="342900" rtl="0" algn="l">
              <a:spcBef>
                <a:spcPts val="0"/>
              </a:spcBef>
              <a:spcAft>
                <a:spcPts val="0"/>
              </a:spcAft>
              <a:buSzPts val="2400"/>
              <a:buChar char="■"/>
            </a:pPr>
            <a:r>
              <a:rPr lang="en-US" sz="2400"/>
              <a:t>This is where Tutor comes in to properly connect students to the right tutor of their choosing, hopefully decreasing the demand for tutors, decreasing tuition costs.</a:t>
            </a:r>
            <a:endParaRPr sz="2400"/>
          </a:p>
          <a:p>
            <a:pPr indent="0" lvl="0" marL="342900" rtl="0" algn="l">
              <a:spcBef>
                <a:spcPts val="0"/>
              </a:spcBef>
              <a:spcAft>
                <a:spcPts val="0"/>
              </a:spcAft>
              <a:buNone/>
            </a:pPr>
            <a:r>
              <a:t/>
            </a:r>
            <a:endParaRPr sz="2400"/>
          </a:p>
          <a:p>
            <a:pPr indent="-214630" lvl="1" marL="742950" rtl="0" algn="l">
              <a:spcBef>
                <a:spcPts val="560"/>
              </a:spcBef>
              <a:spcAft>
                <a:spcPts val="0"/>
              </a:spcAft>
              <a:buSzPts val="1120"/>
              <a:buNone/>
            </a:pPr>
            <a:r>
              <a:t/>
            </a:r>
            <a:endParaRPr sz="2400"/>
          </a:p>
        </p:txBody>
      </p:sp>
      <p:sp>
        <p:nvSpPr>
          <p:cNvPr id="88" name="Google Shape;88;p15"/>
          <p:cNvSpPr txBox="1"/>
          <p:nvPr>
            <p:ph type="title"/>
          </p:nvPr>
        </p:nvSpPr>
        <p:spPr>
          <a:xfrm>
            <a:off x="211138" y="192088"/>
            <a:ext cx="8721600" cy="519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Business Problem		</a:t>
            </a:r>
            <a:endParaRPr/>
          </a:p>
        </p:txBody>
      </p:sp>
      <p:sp>
        <p:nvSpPr>
          <p:cNvPr id="89" name="Google Shape;89;p15"/>
          <p:cNvSpPr txBox="1"/>
          <p:nvPr>
            <p:ph idx="12" type="sldNum"/>
          </p:nvPr>
        </p:nvSpPr>
        <p:spPr>
          <a:xfrm>
            <a:off x="8451850" y="6640513"/>
            <a:ext cx="352500" cy="222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type="title"/>
          </p:nvPr>
        </p:nvSpPr>
        <p:spPr>
          <a:xfrm>
            <a:off x="211138" y="192088"/>
            <a:ext cx="8721600" cy="519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Tutor to students</a:t>
            </a:r>
            <a:endParaRPr/>
          </a:p>
        </p:txBody>
      </p:sp>
      <p:sp>
        <p:nvSpPr>
          <p:cNvPr id="96" name="Google Shape;96;p16"/>
          <p:cNvSpPr txBox="1"/>
          <p:nvPr>
            <p:ph idx="12" type="sldNum"/>
          </p:nvPr>
        </p:nvSpPr>
        <p:spPr>
          <a:xfrm>
            <a:off x="8451850" y="6640513"/>
            <a:ext cx="352500" cy="222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7" name="Google Shape;97;p16"/>
          <p:cNvSpPr txBox="1"/>
          <p:nvPr>
            <p:ph idx="1" type="body"/>
          </p:nvPr>
        </p:nvSpPr>
        <p:spPr>
          <a:xfrm>
            <a:off x="211138" y="751748"/>
            <a:ext cx="8704200" cy="5598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sz="1100">
              <a:solidFill>
                <a:srgbClr val="1F1F1F"/>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300">
                <a:solidFill>
                  <a:srgbClr val="1F1F1F"/>
                </a:solidFill>
                <a:latin typeface="Arial"/>
                <a:ea typeface="Arial"/>
                <a:cs typeface="Arial"/>
                <a:sym typeface="Arial"/>
              </a:rPr>
              <a:t>Scenario 1: Student Indicates Interest (Composite &amp; Asynchronous Notification)</a:t>
            </a:r>
            <a:endParaRPr b="1" sz="1300">
              <a:solidFill>
                <a:srgbClr val="1F1F1F"/>
              </a:solidFill>
              <a:latin typeface="Arial"/>
              <a:ea typeface="Arial"/>
              <a:cs typeface="Arial"/>
              <a:sym typeface="Arial"/>
            </a:endParaRPr>
          </a:p>
          <a:p>
            <a:pPr indent="-298450" lvl="0" marL="495300" rtl="0" algn="l">
              <a:lnSpc>
                <a:spcPct val="115000"/>
              </a:lnSpc>
              <a:spcBef>
                <a:spcPts val="60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Browse:</a:t>
            </a:r>
            <a:r>
              <a:rPr lang="en-US" sz="1100">
                <a:solidFill>
                  <a:srgbClr val="1F1F1F"/>
                </a:solidFill>
                <a:latin typeface="Arial"/>
                <a:ea typeface="Arial"/>
                <a:cs typeface="Arial"/>
                <a:sym typeface="Arial"/>
              </a:rPr>
              <a:t> The Student UI sends a synchronous HTTP GET to the </a:t>
            </a:r>
            <a:r>
              <a:rPr lang="en-US" sz="1100">
                <a:solidFill>
                  <a:srgbClr val="444746"/>
                </a:solidFill>
                <a:highlight>
                  <a:srgbClr val="E9EEF6"/>
                </a:highlight>
                <a:latin typeface="Arial"/>
                <a:ea typeface="Arial"/>
                <a:cs typeface="Arial"/>
                <a:sym typeface="Arial"/>
              </a:rPr>
              <a:t>Tutors</a:t>
            </a:r>
            <a:r>
              <a:rPr lang="en-US" sz="1100">
                <a:solidFill>
                  <a:srgbClr val="1F1F1F"/>
                </a:solidFill>
                <a:latin typeface="Arial"/>
                <a:ea typeface="Arial"/>
                <a:cs typeface="Arial"/>
                <a:sym typeface="Arial"/>
              </a:rPr>
              <a:t> atomic microservice to display the list of tutors.</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Select:</a:t>
            </a:r>
            <a:r>
              <a:rPr lang="en-US" sz="1100">
                <a:solidFill>
                  <a:srgbClr val="1F1F1F"/>
                </a:solidFill>
                <a:latin typeface="Arial"/>
                <a:ea typeface="Arial"/>
                <a:cs typeface="Arial"/>
                <a:sym typeface="Arial"/>
              </a:rPr>
              <a:t> The student selects a tutor. The UI sends an HTTP POST with </a:t>
            </a:r>
            <a:r>
              <a:rPr lang="en-US" sz="1100">
                <a:solidFill>
                  <a:srgbClr val="444746"/>
                </a:solidFill>
                <a:highlight>
                  <a:srgbClr val="E9EEF6"/>
                </a:highlight>
                <a:latin typeface="Arial"/>
                <a:ea typeface="Arial"/>
                <a:cs typeface="Arial"/>
                <a:sym typeface="Arial"/>
              </a:rPr>
              <a:t>student_id</a:t>
            </a:r>
            <a:r>
              <a:rPr lang="en-US" sz="1100">
                <a:solidFill>
                  <a:srgbClr val="1F1F1F"/>
                </a:solidFill>
                <a:latin typeface="Arial"/>
                <a:ea typeface="Arial"/>
                <a:cs typeface="Arial"/>
                <a:sym typeface="Arial"/>
              </a:rPr>
              <a:t> and </a:t>
            </a:r>
            <a:r>
              <a:rPr lang="en-US" sz="1100">
                <a:solidFill>
                  <a:srgbClr val="444746"/>
                </a:solidFill>
                <a:highlight>
                  <a:srgbClr val="E9EEF6"/>
                </a:highlight>
                <a:latin typeface="Arial"/>
                <a:ea typeface="Arial"/>
                <a:cs typeface="Arial"/>
                <a:sym typeface="Arial"/>
              </a:rPr>
              <a:t>tutor_id</a:t>
            </a:r>
            <a:r>
              <a:rPr lang="en-US" sz="1100">
                <a:solidFill>
                  <a:srgbClr val="1F1F1F"/>
                </a:solidFill>
                <a:latin typeface="Arial"/>
                <a:ea typeface="Arial"/>
                <a:cs typeface="Arial"/>
                <a:sym typeface="Arial"/>
              </a:rPr>
              <a:t> to an </a:t>
            </a:r>
            <a:r>
              <a:rPr lang="en-US" sz="1100">
                <a:solidFill>
                  <a:srgbClr val="444746"/>
                </a:solidFill>
                <a:highlight>
                  <a:srgbClr val="E9EEF6"/>
                </a:highlight>
                <a:latin typeface="Arial"/>
                <a:ea typeface="Arial"/>
                <a:cs typeface="Arial"/>
                <a:sym typeface="Arial"/>
              </a:rPr>
              <a:t>Indicate Interest</a:t>
            </a:r>
            <a:r>
              <a:rPr lang="en-US" sz="1100">
                <a:solidFill>
                  <a:srgbClr val="1F1F1F"/>
                </a:solidFill>
                <a:latin typeface="Arial"/>
                <a:ea typeface="Arial"/>
                <a:cs typeface="Arial"/>
                <a:sym typeface="Arial"/>
              </a:rPr>
              <a:t> composite microservice.</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Data Fetch:</a:t>
            </a:r>
            <a:r>
              <a:rPr lang="en-US" sz="1100">
                <a:solidFill>
                  <a:srgbClr val="1F1F1F"/>
                </a:solidFill>
                <a:latin typeface="Arial"/>
                <a:ea typeface="Arial"/>
                <a:cs typeface="Arial"/>
                <a:sym typeface="Arial"/>
              </a:rPr>
              <a:t> The composite service sends an HTTP GET to the </a:t>
            </a:r>
            <a:r>
              <a:rPr lang="en-US" sz="1100">
                <a:solidFill>
                  <a:srgbClr val="444746"/>
                </a:solidFill>
                <a:highlight>
                  <a:srgbClr val="E9EEF6"/>
                </a:highlight>
                <a:latin typeface="Arial"/>
                <a:ea typeface="Arial"/>
                <a:cs typeface="Arial"/>
                <a:sym typeface="Arial"/>
              </a:rPr>
              <a:t>Tutors</a:t>
            </a:r>
            <a:r>
              <a:rPr lang="en-US" sz="1100">
                <a:solidFill>
                  <a:srgbClr val="1F1F1F"/>
                </a:solidFill>
                <a:latin typeface="Arial"/>
                <a:ea typeface="Arial"/>
                <a:cs typeface="Arial"/>
                <a:sym typeface="Arial"/>
              </a:rPr>
              <a:t> service to retrieve the tutor's contact information.</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Save State:</a:t>
            </a:r>
            <a:r>
              <a:rPr lang="en-US" sz="1100">
                <a:solidFill>
                  <a:srgbClr val="1F1F1F"/>
                </a:solidFill>
                <a:latin typeface="Arial"/>
                <a:ea typeface="Arial"/>
                <a:cs typeface="Arial"/>
                <a:sym typeface="Arial"/>
              </a:rPr>
              <a:t> The composite service sends an HTTP POST to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atomic microservice to create a </a:t>
            </a:r>
            <a:r>
              <a:rPr lang="en-US" sz="1100">
                <a:solidFill>
                  <a:srgbClr val="444746"/>
                </a:solidFill>
                <a:highlight>
                  <a:srgbClr val="E9EEF6"/>
                </a:highlight>
                <a:latin typeface="Arial"/>
                <a:ea typeface="Arial"/>
                <a:cs typeface="Arial"/>
                <a:sym typeface="Arial"/>
              </a:rPr>
              <a:t>PENDING</a:t>
            </a:r>
            <a:r>
              <a:rPr lang="en-US" sz="1100">
                <a:solidFill>
                  <a:srgbClr val="1F1F1F"/>
                </a:solidFill>
                <a:latin typeface="Arial"/>
                <a:ea typeface="Arial"/>
                <a:cs typeface="Arial"/>
                <a:sym typeface="Arial"/>
              </a:rPr>
              <a:t> request in its exclusive database.</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Async Event:</a:t>
            </a:r>
            <a:r>
              <a:rPr lang="en-US" sz="1100">
                <a:solidFill>
                  <a:srgbClr val="1F1F1F"/>
                </a:solidFill>
                <a:latin typeface="Arial"/>
                <a:ea typeface="Arial"/>
                <a:cs typeface="Arial"/>
                <a:sym typeface="Arial"/>
              </a:rPr>
              <a:t> The composite service drops an </a:t>
            </a:r>
            <a:r>
              <a:rPr lang="en-US" sz="1100">
                <a:solidFill>
                  <a:srgbClr val="444746"/>
                </a:solidFill>
                <a:highlight>
                  <a:srgbClr val="E9EEF6"/>
                </a:highlight>
                <a:latin typeface="Arial"/>
                <a:ea typeface="Arial"/>
                <a:cs typeface="Arial"/>
                <a:sym typeface="Arial"/>
              </a:rPr>
              <a:t>InterestCreated</a:t>
            </a:r>
            <a:r>
              <a:rPr lang="en-US" sz="1100">
                <a:solidFill>
                  <a:srgbClr val="1F1F1F"/>
                </a:solidFill>
                <a:latin typeface="Arial"/>
                <a:ea typeface="Arial"/>
                <a:cs typeface="Arial"/>
                <a:sym typeface="Arial"/>
              </a:rPr>
              <a:t> message (containing the contact info) into RabbitMQ.</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Notify:</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Notification</a:t>
            </a:r>
            <a:r>
              <a:rPr lang="en-US" sz="1100">
                <a:solidFill>
                  <a:srgbClr val="1F1F1F"/>
                </a:solidFill>
                <a:latin typeface="Arial"/>
                <a:ea typeface="Arial"/>
                <a:cs typeface="Arial"/>
                <a:sym typeface="Arial"/>
              </a:rPr>
              <a:t> microservice consumes the message and triggers an external email/SMS API to alert the tutor.</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Char char="●"/>
            </a:pPr>
            <a:r>
              <a:rPr i="1" lang="en-US" sz="1100">
                <a:solidFill>
                  <a:srgbClr val="1F1F1F"/>
                </a:solidFill>
                <a:latin typeface="Arial"/>
                <a:ea typeface="Arial"/>
                <a:cs typeface="Arial"/>
                <a:sym typeface="Arial"/>
              </a:rPr>
              <a:t>Business Exception:</a:t>
            </a:r>
            <a:r>
              <a:rPr lang="en-US" sz="1100">
                <a:solidFill>
                  <a:srgbClr val="1F1F1F"/>
                </a:solidFill>
                <a:latin typeface="Arial"/>
                <a:ea typeface="Arial"/>
                <a:cs typeface="Arial"/>
                <a:sym typeface="Arial"/>
              </a:rPr>
              <a:t> If the tutor does not reply within 48 hours, a scheduled job updates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database to </a:t>
            </a:r>
            <a:r>
              <a:rPr lang="en-US" sz="1100">
                <a:solidFill>
                  <a:srgbClr val="444746"/>
                </a:solidFill>
                <a:highlight>
                  <a:srgbClr val="E9EEF6"/>
                </a:highlight>
                <a:latin typeface="Arial"/>
                <a:ea typeface="Arial"/>
                <a:cs typeface="Arial"/>
                <a:sym typeface="Arial"/>
              </a:rPr>
              <a:t>EXPIRED</a:t>
            </a:r>
            <a:r>
              <a:rPr lang="en-US" sz="1100">
                <a:solidFill>
                  <a:srgbClr val="1F1F1F"/>
                </a:solidFill>
                <a:latin typeface="Arial"/>
                <a:ea typeface="Arial"/>
                <a:cs typeface="Arial"/>
                <a:sym typeface="Arial"/>
              </a:rPr>
              <a:t> and notifies the student to try again.</a:t>
            </a:r>
            <a:endParaRPr sz="1100">
              <a:solidFill>
                <a:srgbClr val="1F1F1F"/>
              </a:solidFill>
              <a:latin typeface="Arial"/>
              <a:ea typeface="Arial"/>
              <a:cs typeface="Arial"/>
              <a:sym typeface="Arial"/>
            </a:endParaRPr>
          </a:p>
          <a:p>
            <a:pPr indent="0" lvl="0" marL="0" rtl="0" algn="l">
              <a:spcBef>
                <a:spcPts val="18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7"/>
          <p:cNvSpPr txBox="1"/>
          <p:nvPr>
            <p:ph type="title"/>
          </p:nvPr>
        </p:nvSpPr>
        <p:spPr>
          <a:xfrm>
            <a:off x="211138" y="192088"/>
            <a:ext cx="8721600" cy="519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Tutor to students</a:t>
            </a:r>
            <a:endParaRPr/>
          </a:p>
        </p:txBody>
      </p:sp>
      <p:sp>
        <p:nvSpPr>
          <p:cNvPr id="104" name="Google Shape;104;p17"/>
          <p:cNvSpPr txBox="1"/>
          <p:nvPr>
            <p:ph idx="1" type="body"/>
          </p:nvPr>
        </p:nvSpPr>
        <p:spPr>
          <a:xfrm>
            <a:off x="211138" y="761999"/>
            <a:ext cx="8704200" cy="5598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rgbClr val="1F1F1F"/>
                </a:solidFill>
                <a:latin typeface="Arial"/>
                <a:ea typeface="Arial"/>
                <a:cs typeface="Arial"/>
                <a:sym typeface="Arial"/>
              </a:rPr>
              <a:t>Scenario 2: Tutor Reviews Interested Students (Choreography)</a:t>
            </a:r>
            <a:endParaRPr b="1" sz="1300">
              <a:solidFill>
                <a:srgbClr val="1F1F1F"/>
              </a:solidFill>
              <a:latin typeface="Arial"/>
              <a:ea typeface="Arial"/>
              <a:cs typeface="Arial"/>
              <a:sym typeface="Arial"/>
            </a:endParaRPr>
          </a:p>
          <a:p>
            <a:pPr indent="-298450" lvl="0" marL="495300" rtl="0" algn="l">
              <a:lnSpc>
                <a:spcPct val="115000"/>
              </a:lnSpc>
              <a:spcBef>
                <a:spcPts val="60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Review:</a:t>
            </a:r>
            <a:r>
              <a:rPr lang="en-US" sz="1100">
                <a:solidFill>
                  <a:srgbClr val="1F1F1F"/>
                </a:solidFill>
                <a:latin typeface="Arial"/>
                <a:ea typeface="Arial"/>
                <a:cs typeface="Arial"/>
                <a:sym typeface="Arial"/>
              </a:rPr>
              <a:t> The Tutor UI sends an HTTP GET to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microservice to fetch pending requests.</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Decision Input:</a:t>
            </a:r>
            <a:r>
              <a:rPr lang="en-US" sz="1100">
                <a:solidFill>
                  <a:srgbClr val="1F1F1F"/>
                </a:solidFill>
                <a:latin typeface="Arial"/>
                <a:ea typeface="Arial"/>
                <a:cs typeface="Arial"/>
                <a:sym typeface="Arial"/>
              </a:rPr>
              <a:t> The tutor accepts a student and selects available dates. The UI sends an HTTP PUT to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microservice with </a:t>
            </a:r>
            <a:r>
              <a:rPr lang="en-US" sz="1100">
                <a:solidFill>
                  <a:srgbClr val="444746"/>
                </a:solidFill>
                <a:highlight>
                  <a:srgbClr val="E9EEF6"/>
                </a:highlight>
                <a:latin typeface="Arial"/>
                <a:ea typeface="Arial"/>
                <a:cs typeface="Arial"/>
                <a:sym typeface="Arial"/>
              </a:rPr>
              <a:t>{"status": "ACCEPTED", "proposed_dates": [...]}</a:t>
            </a:r>
            <a:r>
              <a:rPr lang="en-US" sz="1100">
                <a:solidFill>
                  <a:srgbClr val="1F1F1F"/>
                </a:solidFill>
                <a:latin typeface="Arial"/>
                <a:ea typeface="Arial"/>
                <a:cs typeface="Arial"/>
                <a:sym typeface="Arial"/>
              </a:rPr>
              <a:t>.</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Update State:</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microservice updates the record in its database.</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Choreography Trigger:</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Interest</a:t>
            </a:r>
            <a:r>
              <a:rPr lang="en-US" sz="1100">
                <a:solidFill>
                  <a:srgbClr val="1F1F1F"/>
                </a:solidFill>
                <a:latin typeface="Arial"/>
                <a:ea typeface="Arial"/>
                <a:cs typeface="Arial"/>
                <a:sym typeface="Arial"/>
              </a:rPr>
              <a:t> microservice publishes an </a:t>
            </a:r>
            <a:r>
              <a:rPr lang="en-US" sz="1100">
                <a:solidFill>
                  <a:srgbClr val="444746"/>
                </a:solidFill>
                <a:highlight>
                  <a:srgbClr val="E9EEF6"/>
                </a:highlight>
                <a:latin typeface="Arial"/>
                <a:ea typeface="Arial"/>
                <a:cs typeface="Arial"/>
                <a:sym typeface="Arial"/>
              </a:rPr>
              <a:t>InterestAccepted</a:t>
            </a:r>
            <a:r>
              <a:rPr lang="en-US" sz="1100">
                <a:solidFill>
                  <a:srgbClr val="1F1F1F"/>
                </a:solidFill>
                <a:latin typeface="Arial"/>
                <a:ea typeface="Arial"/>
                <a:cs typeface="Arial"/>
                <a:sym typeface="Arial"/>
              </a:rPr>
              <a:t> message (containing the dates) to RabbitMQ.</a:t>
            </a:r>
            <a:endParaRPr sz="1100">
              <a:solidFill>
                <a:srgbClr val="1F1F1F"/>
              </a:solidFill>
              <a:latin typeface="Arial"/>
              <a:ea typeface="Arial"/>
              <a:cs typeface="Arial"/>
              <a:sym typeface="Arial"/>
            </a:endParaRPr>
          </a:p>
          <a:p>
            <a:pPr indent="-298450" lvl="0" marL="4572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Independent Reactions:</a:t>
            </a:r>
            <a:endParaRPr b="1"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Font typeface="Arial"/>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 consumes the message and creates a </a:t>
            </a:r>
            <a:r>
              <a:rPr lang="en-US" sz="1100">
                <a:solidFill>
                  <a:srgbClr val="444746"/>
                </a:solidFill>
                <a:highlight>
                  <a:srgbClr val="E9EEF6"/>
                </a:highlight>
                <a:latin typeface="Arial"/>
                <a:ea typeface="Arial"/>
                <a:cs typeface="Arial"/>
                <a:sym typeface="Arial"/>
              </a:rPr>
              <a:t>PENDING_STUDENT_CONFIRMATION</a:t>
            </a:r>
            <a:r>
              <a:rPr lang="en-US" sz="1100">
                <a:solidFill>
                  <a:srgbClr val="1F1F1F"/>
                </a:solidFill>
                <a:latin typeface="Arial"/>
                <a:ea typeface="Arial"/>
                <a:cs typeface="Arial"/>
                <a:sym typeface="Arial"/>
              </a:rPr>
              <a:t> record with the proposed dates.</a:t>
            </a:r>
            <a:endParaRPr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Font typeface="Arial"/>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Notification</a:t>
            </a:r>
            <a:r>
              <a:rPr lang="en-US" sz="1100">
                <a:solidFill>
                  <a:srgbClr val="1F1F1F"/>
                </a:solidFill>
                <a:latin typeface="Arial"/>
                <a:ea typeface="Arial"/>
                <a:cs typeface="Arial"/>
                <a:sym typeface="Arial"/>
              </a:rPr>
              <a:t> microservice consumes the same message and emails the student to prompt their selection.</a:t>
            </a:r>
            <a:endParaRPr/>
          </a:p>
          <a:p>
            <a:pPr indent="0" lvl="0" marL="0" rtl="0" algn="l">
              <a:spcBef>
                <a:spcPts val="3000"/>
              </a:spcBef>
              <a:spcAft>
                <a:spcPts val="0"/>
              </a:spcAft>
              <a:buNone/>
            </a:pPr>
            <a:r>
              <a:t/>
            </a:r>
            <a:endParaRPr/>
          </a:p>
        </p:txBody>
      </p:sp>
      <p:sp>
        <p:nvSpPr>
          <p:cNvPr id="105" name="Google Shape;105;p17"/>
          <p:cNvSpPr txBox="1"/>
          <p:nvPr>
            <p:ph idx="12" type="sldNum"/>
          </p:nvPr>
        </p:nvSpPr>
        <p:spPr>
          <a:xfrm>
            <a:off x="8451850" y="6640513"/>
            <a:ext cx="352500" cy="222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211138" y="192088"/>
            <a:ext cx="8721600" cy="519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a:t>Tutor to students</a:t>
            </a:r>
            <a:endParaRPr/>
          </a:p>
        </p:txBody>
      </p:sp>
      <p:sp>
        <p:nvSpPr>
          <p:cNvPr id="112" name="Google Shape;112;p18"/>
          <p:cNvSpPr txBox="1"/>
          <p:nvPr>
            <p:ph idx="1" type="body"/>
          </p:nvPr>
        </p:nvSpPr>
        <p:spPr>
          <a:xfrm>
            <a:off x="211138" y="761999"/>
            <a:ext cx="8704200" cy="5598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rgbClr val="1F1F1F"/>
                </a:solidFill>
                <a:latin typeface="Arial"/>
                <a:ea typeface="Arial"/>
                <a:cs typeface="Arial"/>
                <a:sym typeface="Arial"/>
              </a:rPr>
              <a:t>Scenario 3: Booking Coordination &amp; Confirmation (Orchestration &amp; Rollback)</a:t>
            </a:r>
            <a:endParaRPr b="1" sz="1300">
              <a:solidFill>
                <a:srgbClr val="1F1F1F"/>
              </a:solidFill>
              <a:latin typeface="Arial"/>
              <a:ea typeface="Arial"/>
              <a:cs typeface="Arial"/>
              <a:sym typeface="Arial"/>
            </a:endParaRPr>
          </a:p>
          <a:p>
            <a:pPr indent="-298450" lvl="0" marL="495300" rtl="0" algn="l">
              <a:lnSpc>
                <a:spcPct val="115000"/>
              </a:lnSpc>
              <a:spcBef>
                <a:spcPts val="60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View Dates:</a:t>
            </a:r>
            <a:r>
              <a:rPr lang="en-US" sz="1100">
                <a:solidFill>
                  <a:srgbClr val="1F1F1F"/>
                </a:solidFill>
                <a:latin typeface="Arial"/>
                <a:ea typeface="Arial"/>
                <a:cs typeface="Arial"/>
                <a:sym typeface="Arial"/>
              </a:rPr>
              <a:t> The Student UI sends an HTTP GET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 to view the tutor's proposed dates.</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Path A (Rollback):</a:t>
            </a:r>
            <a:r>
              <a:rPr lang="en-US" sz="1100">
                <a:solidFill>
                  <a:srgbClr val="1F1F1F"/>
                </a:solidFill>
                <a:latin typeface="Arial"/>
                <a:ea typeface="Arial"/>
                <a:cs typeface="Arial"/>
                <a:sym typeface="Arial"/>
              </a:rPr>
              <a:t> * The student cancels. The UI sends an HTTP PUT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 (</a:t>
            </a:r>
            <a:r>
              <a:rPr lang="en-US" sz="1100">
                <a:solidFill>
                  <a:srgbClr val="444746"/>
                </a:solidFill>
                <a:highlight>
                  <a:srgbClr val="E9EEF6"/>
                </a:highlight>
                <a:latin typeface="Arial"/>
                <a:ea typeface="Arial"/>
                <a:cs typeface="Arial"/>
                <a:sym typeface="Arial"/>
              </a:rPr>
              <a:t>{"status": "CANCELLED"}</a:t>
            </a:r>
            <a:r>
              <a:rPr lang="en-US" sz="1100">
                <a:solidFill>
                  <a:srgbClr val="1F1F1F"/>
                </a:solidFill>
                <a:latin typeface="Arial"/>
                <a:ea typeface="Arial"/>
                <a:cs typeface="Arial"/>
                <a:sym typeface="Arial"/>
              </a:rPr>
              <a:t>).</a:t>
            </a:r>
            <a:endParaRPr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Font typeface="Arial"/>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frees the schedule in its DB and publishes a </a:t>
            </a:r>
            <a:r>
              <a:rPr lang="en-US" sz="1100">
                <a:solidFill>
                  <a:srgbClr val="444746"/>
                </a:solidFill>
                <a:highlight>
                  <a:srgbClr val="E9EEF6"/>
                </a:highlight>
                <a:latin typeface="Arial"/>
                <a:ea typeface="Arial"/>
                <a:cs typeface="Arial"/>
                <a:sym typeface="Arial"/>
              </a:rPr>
              <a:t>TrialCancelled</a:t>
            </a:r>
            <a:r>
              <a:rPr lang="en-US" sz="1100">
                <a:solidFill>
                  <a:srgbClr val="1F1F1F"/>
                </a:solidFill>
                <a:latin typeface="Arial"/>
                <a:ea typeface="Arial"/>
                <a:cs typeface="Arial"/>
                <a:sym typeface="Arial"/>
              </a:rPr>
              <a:t> message to RabbitMQ to notify the tutor.</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Path B (Proceed to Pay):</a:t>
            </a:r>
            <a:r>
              <a:rPr lang="en-US" sz="1100">
                <a:solidFill>
                  <a:srgbClr val="1F1F1F"/>
                </a:solidFill>
                <a:latin typeface="Arial"/>
                <a:ea typeface="Arial"/>
                <a:cs typeface="Arial"/>
                <a:sym typeface="Arial"/>
              </a:rPr>
              <a:t> * The student selects a date. The UI sends an HTTP POST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microservice.</a:t>
            </a:r>
            <a:endParaRPr sz="1100">
              <a:solidFill>
                <a:srgbClr val="1F1F1F"/>
              </a:solidFill>
              <a:latin typeface="Arial"/>
              <a:ea typeface="Arial"/>
              <a:cs typeface="Arial"/>
              <a:sym typeface="Arial"/>
            </a:endParaRPr>
          </a:p>
          <a:p>
            <a:pPr indent="-298450" lvl="1" marL="952500" rtl="0" algn="l">
              <a:lnSpc>
                <a:spcPct val="115000"/>
              </a:lnSpc>
              <a:spcBef>
                <a:spcPts val="0"/>
              </a:spcBef>
              <a:spcAft>
                <a:spcPts val="0"/>
              </a:spcAft>
              <a:buClr>
                <a:srgbClr val="1F1F1F"/>
              </a:buClr>
              <a:buSzPts val="1100"/>
              <a:buFont typeface="Arial"/>
              <a:buChar char="○"/>
            </a:pPr>
            <a:r>
              <a:rPr lang="en-US" sz="1100">
                <a:solidFill>
                  <a:srgbClr val="1F1F1F"/>
                </a:solidFill>
                <a:latin typeface="Arial"/>
                <a:ea typeface="Arial"/>
                <a:cs typeface="Arial"/>
                <a:sym typeface="Arial"/>
              </a:rPr>
              <a:t>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temporarily locks the slot as </a:t>
            </a:r>
            <a:r>
              <a:rPr lang="en-US" sz="1100">
                <a:solidFill>
                  <a:srgbClr val="444746"/>
                </a:solidFill>
                <a:highlight>
                  <a:srgbClr val="E9EEF6"/>
                </a:highlight>
                <a:latin typeface="Arial"/>
                <a:ea typeface="Arial"/>
                <a:cs typeface="Arial"/>
                <a:sym typeface="Arial"/>
              </a:rPr>
              <a:t>PENDING_PAYMENT</a:t>
            </a:r>
            <a:r>
              <a:rPr lang="en-US" sz="1100">
                <a:solidFill>
                  <a:srgbClr val="1F1F1F"/>
                </a:solidFill>
                <a:latin typeface="Arial"/>
                <a:ea typeface="Arial"/>
                <a:cs typeface="Arial"/>
                <a:sym typeface="Arial"/>
              </a:rPr>
              <a:t>.</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Payment Orchestration:</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acts as an orchestrator and sends a synchronous HTTP POST to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microservice.</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External API:</a:t>
            </a:r>
            <a:r>
              <a:rPr lang="en-US" sz="1100">
                <a:solidFill>
                  <a:srgbClr val="1F1F1F"/>
                </a:solidFill>
                <a:latin typeface="Arial"/>
                <a:ea typeface="Arial"/>
                <a:cs typeface="Arial"/>
                <a:sym typeface="Arial"/>
              </a:rPr>
              <a:t>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service invokes an external mock payment gateway (sandbox version) to process the transaction.</a:t>
            </a:r>
            <a:endParaRPr sz="1100">
              <a:solidFill>
                <a:srgbClr val="1F1F1F"/>
              </a:solidFill>
              <a:latin typeface="Arial"/>
              <a:ea typeface="Arial"/>
              <a:cs typeface="Arial"/>
              <a:sym typeface="Arial"/>
            </a:endParaRPr>
          </a:p>
          <a:p>
            <a:pPr indent="-298450" lvl="0" marL="495300" rtl="0" algn="l">
              <a:lnSpc>
                <a:spcPct val="115000"/>
              </a:lnSpc>
              <a:spcBef>
                <a:spcPts val="0"/>
              </a:spcBef>
              <a:spcAft>
                <a:spcPts val="0"/>
              </a:spcAft>
              <a:buClr>
                <a:srgbClr val="1F1F1F"/>
              </a:buClr>
              <a:buSzPts val="1100"/>
              <a:buFont typeface="Arial"/>
              <a:buAutoNum type="arabicPeriod"/>
            </a:pPr>
            <a:r>
              <a:rPr b="1" lang="en-US" sz="1100">
                <a:solidFill>
                  <a:srgbClr val="1F1F1F"/>
                </a:solidFill>
                <a:latin typeface="Arial"/>
                <a:ea typeface="Arial"/>
                <a:cs typeface="Arial"/>
                <a:sym typeface="Arial"/>
              </a:rPr>
              <a:t>Confirmation:</a:t>
            </a:r>
            <a:r>
              <a:rPr lang="en-US" sz="1100">
                <a:solidFill>
                  <a:srgbClr val="1F1F1F"/>
                </a:solidFill>
                <a:latin typeface="Arial"/>
                <a:ea typeface="Arial"/>
                <a:cs typeface="Arial"/>
                <a:sym typeface="Arial"/>
              </a:rPr>
              <a:t> Upon success, the </a:t>
            </a:r>
            <a:r>
              <a:rPr lang="en-US" sz="1100">
                <a:solidFill>
                  <a:srgbClr val="444746"/>
                </a:solidFill>
                <a:highlight>
                  <a:srgbClr val="E9EEF6"/>
                </a:highlight>
                <a:latin typeface="Arial"/>
                <a:ea typeface="Arial"/>
                <a:cs typeface="Arial"/>
                <a:sym typeface="Arial"/>
              </a:rPr>
              <a:t>Payment</a:t>
            </a:r>
            <a:r>
              <a:rPr lang="en-US" sz="1100">
                <a:solidFill>
                  <a:srgbClr val="1F1F1F"/>
                </a:solidFill>
                <a:latin typeface="Arial"/>
                <a:ea typeface="Arial"/>
                <a:cs typeface="Arial"/>
                <a:sym typeface="Arial"/>
              </a:rPr>
              <a:t> service returns an HTTP 200 OK to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The </a:t>
            </a:r>
            <a:r>
              <a:rPr lang="en-US" sz="1100">
                <a:solidFill>
                  <a:srgbClr val="444746"/>
                </a:solidFill>
                <a:highlight>
                  <a:srgbClr val="E9EEF6"/>
                </a:highlight>
                <a:latin typeface="Arial"/>
                <a:ea typeface="Arial"/>
                <a:cs typeface="Arial"/>
                <a:sym typeface="Arial"/>
              </a:rPr>
              <a:t>Booking</a:t>
            </a:r>
            <a:r>
              <a:rPr lang="en-US" sz="1100">
                <a:solidFill>
                  <a:srgbClr val="1F1F1F"/>
                </a:solidFill>
                <a:latin typeface="Arial"/>
                <a:ea typeface="Arial"/>
                <a:cs typeface="Arial"/>
                <a:sym typeface="Arial"/>
              </a:rPr>
              <a:t> service updates the status to </a:t>
            </a:r>
            <a:r>
              <a:rPr lang="en-US" sz="1100">
                <a:solidFill>
                  <a:srgbClr val="444746"/>
                </a:solidFill>
                <a:highlight>
                  <a:srgbClr val="E9EEF6"/>
                </a:highlight>
                <a:latin typeface="Arial"/>
                <a:ea typeface="Arial"/>
                <a:cs typeface="Arial"/>
                <a:sym typeface="Arial"/>
              </a:rPr>
              <a:t>CONFIRMED</a:t>
            </a:r>
            <a:r>
              <a:rPr lang="en-US" sz="1100">
                <a:solidFill>
                  <a:srgbClr val="1F1F1F"/>
                </a:solidFill>
                <a:latin typeface="Arial"/>
                <a:ea typeface="Arial"/>
                <a:cs typeface="Arial"/>
                <a:sym typeface="Arial"/>
              </a:rPr>
              <a:t> and drops a </a:t>
            </a:r>
            <a:r>
              <a:rPr lang="en-US" sz="1100">
                <a:solidFill>
                  <a:srgbClr val="444746"/>
                </a:solidFill>
                <a:highlight>
                  <a:srgbClr val="E9EEF6"/>
                </a:highlight>
                <a:latin typeface="Arial"/>
                <a:ea typeface="Arial"/>
                <a:cs typeface="Arial"/>
                <a:sym typeface="Arial"/>
              </a:rPr>
              <a:t>LessonConfirmed</a:t>
            </a:r>
            <a:r>
              <a:rPr lang="en-US" sz="1100">
                <a:solidFill>
                  <a:srgbClr val="1F1F1F"/>
                </a:solidFill>
                <a:latin typeface="Arial"/>
                <a:ea typeface="Arial"/>
                <a:cs typeface="Arial"/>
                <a:sym typeface="Arial"/>
              </a:rPr>
              <a:t> message into RabbitMQ. The </a:t>
            </a:r>
            <a:r>
              <a:rPr lang="en-US" sz="1100">
                <a:solidFill>
                  <a:srgbClr val="444746"/>
                </a:solidFill>
                <a:highlight>
                  <a:srgbClr val="E9EEF6"/>
                </a:highlight>
                <a:latin typeface="Arial"/>
                <a:ea typeface="Arial"/>
                <a:cs typeface="Arial"/>
                <a:sym typeface="Arial"/>
              </a:rPr>
              <a:t>Notification</a:t>
            </a:r>
            <a:r>
              <a:rPr lang="en-US" sz="1100">
                <a:solidFill>
                  <a:srgbClr val="1F1F1F"/>
                </a:solidFill>
                <a:latin typeface="Arial"/>
                <a:ea typeface="Arial"/>
                <a:cs typeface="Arial"/>
                <a:sym typeface="Arial"/>
              </a:rPr>
              <a:t> service emails the final calendar invite to both parties.</a:t>
            </a:r>
            <a:endParaRPr/>
          </a:p>
        </p:txBody>
      </p:sp>
      <p:sp>
        <p:nvSpPr>
          <p:cNvPr id="113" name="Google Shape;113;p18"/>
          <p:cNvSpPr txBox="1"/>
          <p:nvPr>
            <p:ph idx="12" type="sldNum"/>
          </p:nvPr>
        </p:nvSpPr>
        <p:spPr>
          <a:xfrm>
            <a:off x="8451850" y="6640513"/>
            <a:ext cx="352500" cy="222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9"/>
          <p:cNvSpPr txBox="1"/>
          <p:nvPr>
            <p:ph type="title"/>
          </p:nvPr>
        </p:nvSpPr>
        <p:spPr>
          <a:xfrm>
            <a:off x="211150" y="97700"/>
            <a:ext cx="8932800" cy="708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000"/>
              <a:t>Microservice Interaction Diagram 1</a:t>
            </a:r>
            <a:endParaRPr sz="2000"/>
          </a:p>
          <a:p>
            <a:pPr indent="0" lvl="0" marL="0" rtl="0" algn="l">
              <a:spcBef>
                <a:spcPts val="0"/>
              </a:spcBef>
              <a:spcAft>
                <a:spcPts val="0"/>
              </a:spcAft>
              <a:buNone/>
            </a:pPr>
            <a:r>
              <a:rPr lang="en-US" sz="2000"/>
              <a:t>– Student Selects Tutor</a:t>
            </a:r>
            <a:endParaRPr sz="2000"/>
          </a:p>
        </p:txBody>
      </p:sp>
      <p:pic>
        <p:nvPicPr>
          <p:cNvPr id="120" name="Google Shape;120;p19"/>
          <p:cNvPicPr preferRelativeResize="0"/>
          <p:nvPr/>
        </p:nvPicPr>
        <p:blipFill>
          <a:blip r:embed="rId3">
            <a:alphaModFix/>
          </a:blip>
          <a:stretch>
            <a:fillRect/>
          </a:stretch>
        </p:blipFill>
        <p:spPr>
          <a:xfrm>
            <a:off x="797738" y="855600"/>
            <a:ext cx="7267575" cy="5648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211150" y="97700"/>
            <a:ext cx="8932800" cy="708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000"/>
              <a:t>Microservice Interaction Diagram 2a</a:t>
            </a:r>
            <a:endParaRPr sz="2000"/>
          </a:p>
          <a:p>
            <a:pPr indent="0" lvl="0" marL="0" rtl="0" algn="l">
              <a:spcBef>
                <a:spcPts val="0"/>
              </a:spcBef>
              <a:spcAft>
                <a:spcPts val="0"/>
              </a:spcAft>
              <a:buNone/>
            </a:pPr>
            <a:r>
              <a:rPr lang="en-US" sz="2000"/>
              <a:t>– Tutor Accepts Student, Arranges Trial Lesson</a:t>
            </a:r>
            <a:endParaRPr sz="2000"/>
          </a:p>
        </p:txBody>
      </p:sp>
      <p:sp>
        <p:nvSpPr>
          <p:cNvPr id="127" name="Google Shape;127;p20"/>
          <p:cNvSpPr txBox="1"/>
          <p:nvPr>
            <p:ph idx="12" type="sldNum"/>
          </p:nvPr>
        </p:nvSpPr>
        <p:spPr>
          <a:xfrm>
            <a:off x="8451850" y="6640513"/>
            <a:ext cx="352500" cy="222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28" name="Google Shape;128;p20"/>
          <p:cNvSpPr txBox="1"/>
          <p:nvPr/>
        </p:nvSpPr>
        <p:spPr>
          <a:xfrm>
            <a:off x="-2127650" y="3302775"/>
            <a:ext cx="2338800" cy="25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Tahoma"/>
              <a:ea typeface="Tahoma"/>
              <a:cs typeface="Tahoma"/>
              <a:sym typeface="Tahoma"/>
            </a:endParaRPr>
          </a:p>
          <a:p>
            <a:pPr indent="0" lvl="0" marL="0" rtl="0" algn="l">
              <a:spcBef>
                <a:spcPts val="0"/>
              </a:spcBef>
              <a:spcAft>
                <a:spcPts val="0"/>
              </a:spcAft>
              <a:buNone/>
            </a:pPr>
            <a:r>
              <a:rPr lang="en-US" sz="1100">
                <a:solidFill>
                  <a:schemeClr val="dk1"/>
                </a:solidFill>
                <a:latin typeface="Tahoma"/>
                <a:ea typeface="Tahoma"/>
                <a:cs typeface="Tahoma"/>
                <a:sym typeface="Tahoma"/>
              </a:rPr>
              <a:t> </a:t>
            </a:r>
            <a:endParaRPr sz="1100">
              <a:solidFill>
                <a:schemeClr val="dk1"/>
              </a:solidFill>
              <a:latin typeface="Tahoma"/>
              <a:ea typeface="Tahoma"/>
              <a:cs typeface="Tahoma"/>
              <a:sym typeface="Tahoma"/>
            </a:endParaRPr>
          </a:p>
        </p:txBody>
      </p:sp>
      <p:sp>
        <p:nvSpPr>
          <p:cNvPr id="129" name="Google Shape;129;p20"/>
          <p:cNvSpPr txBox="1"/>
          <p:nvPr/>
        </p:nvSpPr>
        <p:spPr>
          <a:xfrm>
            <a:off x="-1661700" y="868325"/>
            <a:ext cx="1661700" cy="9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chemeClr val="dk1"/>
                </a:solidFill>
                <a:latin typeface="Tahoma"/>
                <a:ea typeface="Tahoma"/>
                <a:cs typeface="Tahoma"/>
                <a:sym typeface="Tahoma"/>
              </a:rPr>
              <a:t>KONG API to replace ‘Get Interested Students’</a:t>
            </a:r>
            <a:endParaRPr sz="1900">
              <a:solidFill>
                <a:schemeClr val="dk1"/>
              </a:solidFill>
              <a:latin typeface="Tahoma"/>
              <a:ea typeface="Tahoma"/>
              <a:cs typeface="Tahoma"/>
              <a:sym typeface="Tahoma"/>
            </a:endParaRPr>
          </a:p>
          <a:p>
            <a:pPr indent="0" lvl="0" marL="0" rtl="0" algn="l">
              <a:spcBef>
                <a:spcPts val="0"/>
              </a:spcBef>
              <a:spcAft>
                <a:spcPts val="0"/>
              </a:spcAft>
              <a:buNone/>
            </a:pPr>
            <a:r>
              <a:rPr lang="en-US" sz="1900">
                <a:solidFill>
                  <a:schemeClr val="dk1"/>
                </a:solidFill>
                <a:latin typeface="Tahoma"/>
                <a:ea typeface="Tahoma"/>
                <a:cs typeface="Tahoma"/>
                <a:sym typeface="Tahoma"/>
              </a:rPr>
              <a:t>BTL (?)</a:t>
            </a:r>
            <a:endParaRPr sz="1900">
              <a:solidFill>
                <a:schemeClr val="dk1"/>
              </a:solidFill>
              <a:latin typeface="Tahoma"/>
              <a:ea typeface="Tahoma"/>
              <a:cs typeface="Tahoma"/>
              <a:sym typeface="Tahoma"/>
            </a:endParaRPr>
          </a:p>
        </p:txBody>
      </p:sp>
      <p:pic>
        <p:nvPicPr>
          <p:cNvPr id="130" name="Google Shape;130;p20"/>
          <p:cNvPicPr preferRelativeResize="0"/>
          <p:nvPr/>
        </p:nvPicPr>
        <p:blipFill>
          <a:blip r:embed="rId3">
            <a:alphaModFix/>
          </a:blip>
          <a:stretch>
            <a:fillRect/>
          </a:stretch>
        </p:blipFill>
        <p:spPr>
          <a:xfrm>
            <a:off x="448988" y="1019600"/>
            <a:ext cx="8246025" cy="5173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211150" y="97700"/>
            <a:ext cx="8932800" cy="708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000"/>
              <a:t>Microservice Interaction Diagram 2b</a:t>
            </a:r>
            <a:endParaRPr sz="2000"/>
          </a:p>
          <a:p>
            <a:pPr indent="0" lvl="0" marL="0" rtl="0" algn="l">
              <a:spcBef>
                <a:spcPts val="0"/>
              </a:spcBef>
              <a:spcAft>
                <a:spcPts val="0"/>
              </a:spcAft>
              <a:buNone/>
            </a:pPr>
            <a:r>
              <a:rPr lang="en-US" sz="2000"/>
              <a:t>– Student Confirms Trial Lesson Booking</a:t>
            </a:r>
            <a:endParaRPr sz="2000"/>
          </a:p>
        </p:txBody>
      </p:sp>
      <p:pic>
        <p:nvPicPr>
          <p:cNvPr id="137" name="Google Shape;137;p21"/>
          <p:cNvPicPr preferRelativeResize="0"/>
          <p:nvPr/>
        </p:nvPicPr>
        <p:blipFill>
          <a:blip r:embed="rId3">
            <a:alphaModFix/>
          </a:blip>
          <a:stretch>
            <a:fillRect/>
          </a:stretch>
        </p:blipFill>
        <p:spPr>
          <a:xfrm>
            <a:off x="1167250" y="805700"/>
            <a:ext cx="6497582" cy="5747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211150" y="97700"/>
            <a:ext cx="8932800" cy="708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000"/>
              <a:t>Microservice Interaction Diagram 2c</a:t>
            </a:r>
            <a:endParaRPr sz="2000"/>
          </a:p>
          <a:p>
            <a:pPr indent="0" lvl="0" marL="0" rtl="0" algn="l">
              <a:spcBef>
                <a:spcPts val="0"/>
              </a:spcBef>
              <a:spcAft>
                <a:spcPts val="0"/>
              </a:spcAft>
              <a:buNone/>
            </a:pPr>
            <a:r>
              <a:rPr lang="en-US" sz="2000"/>
              <a:t>– Student continues lesson with tutor after trial lesson</a:t>
            </a:r>
            <a:endParaRPr sz="2000"/>
          </a:p>
        </p:txBody>
      </p:sp>
      <p:pic>
        <p:nvPicPr>
          <p:cNvPr id="144" name="Google Shape;144;p22"/>
          <p:cNvPicPr preferRelativeResize="0"/>
          <p:nvPr/>
        </p:nvPicPr>
        <p:blipFill>
          <a:blip r:embed="rId3">
            <a:alphaModFix/>
          </a:blip>
          <a:stretch>
            <a:fillRect/>
          </a:stretch>
        </p:blipFill>
        <p:spPr>
          <a:xfrm>
            <a:off x="1105675" y="1091350"/>
            <a:ext cx="7143750" cy="5210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211150" y="97700"/>
            <a:ext cx="8932800" cy="708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000"/>
              <a:t>Microservice Interaction Diagram 3a</a:t>
            </a:r>
            <a:endParaRPr sz="2000"/>
          </a:p>
          <a:p>
            <a:pPr indent="0" lvl="0" marL="0" rtl="0" algn="l">
              <a:spcBef>
                <a:spcPts val="0"/>
              </a:spcBef>
              <a:spcAft>
                <a:spcPts val="0"/>
              </a:spcAft>
              <a:buNone/>
            </a:pPr>
            <a:r>
              <a:rPr lang="en-US" sz="2000"/>
              <a:t>– Student Cancels after tutor proposes trial booking</a:t>
            </a:r>
            <a:endParaRPr sz="2000"/>
          </a:p>
        </p:txBody>
      </p:sp>
      <p:sp>
        <p:nvSpPr>
          <p:cNvPr id="151" name="Google Shape;151;p23"/>
          <p:cNvSpPr txBox="1"/>
          <p:nvPr>
            <p:ph idx="12" type="sldNum"/>
          </p:nvPr>
        </p:nvSpPr>
        <p:spPr>
          <a:xfrm>
            <a:off x="8451850" y="6640513"/>
            <a:ext cx="352500" cy="222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152" name="Google Shape;152;p23"/>
          <p:cNvPicPr preferRelativeResize="0"/>
          <p:nvPr/>
        </p:nvPicPr>
        <p:blipFill rotWithShape="1">
          <a:blip r:embed="rId3">
            <a:alphaModFix/>
          </a:blip>
          <a:srcRect b="0" l="0" r="0" t="11692"/>
          <a:stretch/>
        </p:blipFill>
        <p:spPr>
          <a:xfrm>
            <a:off x="1022950" y="1083875"/>
            <a:ext cx="7309199" cy="531938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211150" y="97700"/>
            <a:ext cx="8932800" cy="708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000"/>
              <a:t>Microservice Interaction Diagram 3b</a:t>
            </a:r>
            <a:endParaRPr sz="2000"/>
          </a:p>
          <a:p>
            <a:pPr indent="0" lvl="0" marL="0" rtl="0" algn="l">
              <a:spcBef>
                <a:spcPts val="0"/>
              </a:spcBef>
              <a:spcAft>
                <a:spcPts val="0"/>
              </a:spcAft>
              <a:buNone/>
            </a:pPr>
            <a:r>
              <a:rPr lang="en-US" sz="2000"/>
              <a:t>– Tutor Cancels after Trial Lesson is confirmed </a:t>
            </a:r>
            <a:endParaRPr sz="2000"/>
          </a:p>
        </p:txBody>
      </p:sp>
      <p:sp>
        <p:nvSpPr>
          <p:cNvPr id="159" name="Google Shape;159;p24"/>
          <p:cNvSpPr txBox="1"/>
          <p:nvPr>
            <p:ph idx="12" type="sldNum"/>
          </p:nvPr>
        </p:nvSpPr>
        <p:spPr>
          <a:xfrm>
            <a:off x="8451850" y="6640513"/>
            <a:ext cx="352500" cy="222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60" name="Google Shape;160;p24"/>
          <p:cNvSpPr txBox="1"/>
          <p:nvPr/>
        </p:nvSpPr>
        <p:spPr>
          <a:xfrm>
            <a:off x="-2127650" y="3302775"/>
            <a:ext cx="2338800" cy="251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chemeClr val="dk1"/>
                </a:solidFill>
                <a:latin typeface="Tahoma"/>
                <a:ea typeface="Tahoma"/>
                <a:cs typeface="Tahoma"/>
                <a:sym typeface="Tahoma"/>
              </a:rPr>
              <a:t>6. </a:t>
            </a:r>
            <a:endParaRPr sz="1100">
              <a:solidFill>
                <a:schemeClr val="dk1"/>
              </a:solidFill>
              <a:latin typeface="Tahoma"/>
              <a:ea typeface="Tahoma"/>
              <a:cs typeface="Tahoma"/>
              <a:sym typeface="Tahoma"/>
            </a:endParaRPr>
          </a:p>
          <a:p>
            <a:pPr indent="0" lvl="0" marL="0" rtl="0" algn="l">
              <a:spcBef>
                <a:spcPts val="0"/>
              </a:spcBef>
              <a:spcAft>
                <a:spcPts val="0"/>
              </a:spcAft>
              <a:buNone/>
            </a:pPr>
            <a:r>
              <a:rPr lang="en-US" sz="1100">
                <a:solidFill>
                  <a:schemeClr val="dk1"/>
                </a:solidFill>
                <a:latin typeface="Tahoma"/>
                <a:ea typeface="Tahoma"/>
                <a:cs typeface="Tahoma"/>
                <a:sym typeface="Tahoma"/>
              </a:rPr>
              <a:t> </a:t>
            </a:r>
            <a:endParaRPr sz="1100">
              <a:solidFill>
                <a:schemeClr val="dk1"/>
              </a:solidFill>
              <a:latin typeface="Tahoma"/>
              <a:ea typeface="Tahoma"/>
              <a:cs typeface="Tahoma"/>
              <a:sym typeface="Tahoma"/>
            </a:endParaRPr>
          </a:p>
        </p:txBody>
      </p:sp>
      <p:pic>
        <p:nvPicPr>
          <p:cNvPr id="161" name="Google Shape;161;p24"/>
          <p:cNvPicPr preferRelativeResize="0"/>
          <p:nvPr/>
        </p:nvPicPr>
        <p:blipFill>
          <a:blip r:embed="rId3">
            <a:alphaModFix/>
          </a:blip>
          <a:stretch>
            <a:fillRect/>
          </a:stretch>
        </p:blipFill>
        <p:spPr>
          <a:xfrm>
            <a:off x="1132375" y="805700"/>
            <a:ext cx="6645834" cy="57475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5"/>
          <p:cNvSpPr txBox="1"/>
          <p:nvPr>
            <p:ph type="title"/>
          </p:nvPr>
        </p:nvSpPr>
        <p:spPr>
          <a:xfrm>
            <a:off x="211150" y="97700"/>
            <a:ext cx="8932800" cy="1065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000"/>
              <a:t>Microservice Interaction Diagram</a:t>
            </a:r>
            <a:br>
              <a:rPr lang="en-US" sz="2000"/>
            </a:br>
            <a:r>
              <a:rPr lang="en-US" sz="2000"/>
              <a:t>   – Other Possible Scenarios</a:t>
            </a:r>
            <a:endParaRPr sz="2000"/>
          </a:p>
        </p:txBody>
      </p:sp>
      <p:sp>
        <p:nvSpPr>
          <p:cNvPr id="168" name="Google Shape;168;p25"/>
          <p:cNvSpPr txBox="1"/>
          <p:nvPr>
            <p:ph idx="12" type="sldNum"/>
          </p:nvPr>
        </p:nvSpPr>
        <p:spPr>
          <a:xfrm>
            <a:off x="8451850" y="6640513"/>
            <a:ext cx="352500" cy="2223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69" name="Google Shape;169;p25"/>
          <p:cNvSpPr txBox="1"/>
          <p:nvPr/>
        </p:nvSpPr>
        <p:spPr>
          <a:xfrm>
            <a:off x="497550" y="1143600"/>
            <a:ext cx="8181000" cy="49848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dk1"/>
              </a:buClr>
              <a:buSzPts val="2100"/>
              <a:buFont typeface="Tahoma"/>
              <a:buChar char="❖"/>
            </a:pPr>
            <a:r>
              <a:rPr lang="en-US" sz="2100">
                <a:solidFill>
                  <a:schemeClr val="dk1"/>
                </a:solidFill>
                <a:latin typeface="Tahoma"/>
                <a:ea typeface="Tahoma"/>
                <a:cs typeface="Tahoma"/>
                <a:sym typeface="Tahoma"/>
              </a:rPr>
              <a:t>Student Cancels after tutor accepts them and proposes available dates (student may not be able to make any of the available dates)</a:t>
            </a:r>
            <a:endParaRPr sz="2100">
              <a:solidFill>
                <a:schemeClr val="dk1"/>
              </a:solidFill>
              <a:latin typeface="Tahoma"/>
              <a:ea typeface="Tahoma"/>
              <a:cs typeface="Tahoma"/>
              <a:sym typeface="Tahoma"/>
            </a:endParaRPr>
          </a:p>
          <a:p>
            <a:pPr indent="-361950" lvl="0" marL="457200" rtl="0" algn="l">
              <a:spcBef>
                <a:spcPts val="0"/>
              </a:spcBef>
              <a:spcAft>
                <a:spcPts val="0"/>
              </a:spcAft>
              <a:buClr>
                <a:schemeClr val="dk1"/>
              </a:buClr>
              <a:buSzPts val="2100"/>
              <a:buFont typeface="Tahoma"/>
              <a:buChar char="❖"/>
            </a:pPr>
            <a:r>
              <a:rPr lang="en-US" sz="2100">
                <a:solidFill>
                  <a:schemeClr val="dk1"/>
                </a:solidFill>
                <a:latin typeface="Tahoma"/>
                <a:ea typeface="Tahoma"/>
                <a:cs typeface="Tahoma"/>
                <a:sym typeface="Tahoma"/>
              </a:rPr>
              <a:t>Tutor Cancels after trial lesson booking confirmation </a:t>
            </a:r>
            <a:endParaRPr sz="2100">
              <a:solidFill>
                <a:schemeClr val="dk1"/>
              </a:solidFill>
              <a:latin typeface="Tahoma"/>
              <a:ea typeface="Tahoma"/>
              <a:cs typeface="Tahoma"/>
              <a:sym typeface="Tahoma"/>
            </a:endParaRPr>
          </a:p>
          <a:p>
            <a:pPr indent="-361950" lvl="1" marL="914400" rtl="0" algn="l">
              <a:spcBef>
                <a:spcPts val="0"/>
              </a:spcBef>
              <a:spcAft>
                <a:spcPts val="0"/>
              </a:spcAft>
              <a:buClr>
                <a:schemeClr val="dk1"/>
              </a:buClr>
              <a:buSzPts val="2100"/>
              <a:buFont typeface="Tahoma"/>
              <a:buChar char="➢"/>
            </a:pPr>
            <a:r>
              <a:rPr lang="en-US" sz="2100">
                <a:solidFill>
                  <a:schemeClr val="dk1"/>
                </a:solidFill>
                <a:latin typeface="Tahoma"/>
                <a:ea typeface="Tahoma"/>
                <a:cs typeface="Tahoma"/>
                <a:sym typeface="Tahoma"/>
              </a:rPr>
              <a:t>Student’s payment becomes credit for next booking</a:t>
            </a:r>
            <a:endParaRPr sz="2100">
              <a:solidFill>
                <a:schemeClr val="dk1"/>
              </a:solidFill>
              <a:latin typeface="Tahoma"/>
              <a:ea typeface="Tahoma"/>
              <a:cs typeface="Tahoma"/>
              <a:sym typeface="Tahoma"/>
            </a:endParaRPr>
          </a:p>
          <a:p>
            <a:pPr indent="-361950" lvl="0" marL="457200" rtl="0" algn="l">
              <a:spcBef>
                <a:spcPts val="0"/>
              </a:spcBef>
              <a:spcAft>
                <a:spcPts val="0"/>
              </a:spcAft>
              <a:buClr>
                <a:schemeClr val="dk1"/>
              </a:buClr>
              <a:buSzPts val="2100"/>
              <a:buFont typeface="Tahoma"/>
              <a:buChar char="❖"/>
            </a:pPr>
            <a:r>
              <a:rPr lang="en-US" sz="2100">
                <a:solidFill>
                  <a:schemeClr val="dk1"/>
                </a:solidFill>
                <a:latin typeface="Tahoma"/>
                <a:ea typeface="Tahoma"/>
                <a:cs typeface="Tahoma"/>
                <a:sym typeface="Tahoma"/>
              </a:rPr>
              <a:t>Tutor takes too long (&gt;48 Hours) to respond to student’s interest request</a:t>
            </a:r>
            <a:endParaRPr sz="2100">
              <a:solidFill>
                <a:schemeClr val="dk1"/>
              </a:solidFill>
              <a:latin typeface="Tahoma"/>
              <a:ea typeface="Tahoma"/>
              <a:cs typeface="Tahoma"/>
              <a:sym typeface="Tahoma"/>
            </a:endParaRPr>
          </a:p>
          <a:p>
            <a:pPr indent="-361950" lvl="0" marL="457200" rtl="0" algn="l">
              <a:spcBef>
                <a:spcPts val="0"/>
              </a:spcBef>
              <a:spcAft>
                <a:spcPts val="0"/>
              </a:spcAft>
              <a:buClr>
                <a:schemeClr val="dk1"/>
              </a:buClr>
              <a:buSzPts val="2100"/>
              <a:buFont typeface="Tahoma"/>
              <a:buChar char="❖"/>
            </a:pPr>
            <a:r>
              <a:rPr lang="en-US" sz="2100">
                <a:solidFill>
                  <a:schemeClr val="dk1"/>
                </a:solidFill>
                <a:latin typeface="Tahoma"/>
                <a:ea typeface="Tahoma"/>
                <a:cs typeface="Tahoma"/>
                <a:sym typeface="Tahoma"/>
              </a:rPr>
              <a:t>Double Booking of tutor’s timeslot (with another tutoring platform)</a:t>
            </a:r>
            <a:endParaRPr sz="2100">
              <a:solidFill>
                <a:schemeClr val="dk1"/>
              </a:solidFill>
              <a:latin typeface="Tahoma"/>
              <a:ea typeface="Tahoma"/>
              <a:cs typeface="Tahoma"/>
              <a:sym typeface="Tahoma"/>
            </a:endParaRPr>
          </a:p>
          <a:p>
            <a:pPr indent="-361950" lvl="1" marL="914400" rtl="0" algn="l">
              <a:spcBef>
                <a:spcPts val="0"/>
              </a:spcBef>
              <a:spcAft>
                <a:spcPts val="0"/>
              </a:spcAft>
              <a:buClr>
                <a:schemeClr val="dk1"/>
              </a:buClr>
              <a:buSzPts val="2100"/>
              <a:buFont typeface="Tahoma"/>
              <a:buChar char="➢"/>
            </a:pPr>
            <a:r>
              <a:rPr lang="en-US" sz="2100">
                <a:solidFill>
                  <a:schemeClr val="dk1"/>
                </a:solidFill>
                <a:latin typeface="Tahoma"/>
                <a:ea typeface="Tahoma"/>
                <a:cs typeface="Tahoma"/>
                <a:sym typeface="Tahoma"/>
              </a:rPr>
              <a:t>Issue immediate refund to student</a:t>
            </a:r>
            <a:endParaRPr sz="2100">
              <a:solidFill>
                <a:schemeClr val="dk1"/>
              </a:solidFill>
              <a:latin typeface="Tahoma"/>
              <a:ea typeface="Tahoma"/>
              <a:cs typeface="Tahoma"/>
              <a:sym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idx="12" type="sldNum"/>
          </p:nvPr>
        </p:nvSpPr>
        <p:spPr>
          <a:xfrm>
            <a:off x="8451850" y="6640513"/>
            <a:ext cx="352500" cy="222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76" name="Google Shape;176;p26"/>
          <p:cNvSpPr txBox="1"/>
          <p:nvPr>
            <p:ph type="title"/>
          </p:nvPr>
        </p:nvSpPr>
        <p:spPr>
          <a:xfrm>
            <a:off x="211138" y="76200"/>
            <a:ext cx="8721600" cy="461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400"/>
              <a:t>Scenario 1 Technical Overview Diagram</a:t>
            </a:r>
            <a:endParaRPr sz="2400"/>
          </a:p>
        </p:txBody>
      </p:sp>
      <p:cxnSp>
        <p:nvCxnSpPr>
          <p:cNvPr id="177" name="Google Shape;177;p26"/>
          <p:cNvCxnSpPr/>
          <p:nvPr/>
        </p:nvCxnSpPr>
        <p:spPr>
          <a:xfrm>
            <a:off x="0" y="1106341"/>
            <a:ext cx="879900" cy="0"/>
          </a:xfrm>
          <a:prstGeom prst="straightConnector1">
            <a:avLst/>
          </a:prstGeom>
          <a:noFill/>
          <a:ln cap="flat" cmpd="sng" w="9525">
            <a:solidFill>
              <a:schemeClr val="dk1"/>
            </a:solidFill>
            <a:prstDash val="solid"/>
            <a:round/>
            <a:headEnd len="sm" w="sm" type="none"/>
            <a:tailEnd len="sm" w="sm" type="none"/>
          </a:ln>
        </p:spPr>
      </p:cxnSp>
      <p:pic>
        <p:nvPicPr>
          <p:cNvPr id="178" name="Google Shape;178;p26"/>
          <p:cNvPicPr preferRelativeResize="0"/>
          <p:nvPr/>
        </p:nvPicPr>
        <p:blipFill rotWithShape="1">
          <a:blip r:embed="rId3">
            <a:alphaModFix/>
          </a:blip>
          <a:srcRect b="0" l="10749" r="2918" t="14574"/>
          <a:stretch/>
        </p:blipFill>
        <p:spPr>
          <a:xfrm>
            <a:off x="2071775" y="799650"/>
            <a:ext cx="4313201" cy="56904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ph idx="12" type="sldNum"/>
          </p:nvPr>
        </p:nvSpPr>
        <p:spPr>
          <a:xfrm>
            <a:off x="8451850" y="6640513"/>
            <a:ext cx="352500" cy="2223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85" name="Google Shape;185;p27"/>
          <p:cNvSpPr txBox="1"/>
          <p:nvPr>
            <p:ph type="title"/>
          </p:nvPr>
        </p:nvSpPr>
        <p:spPr>
          <a:xfrm>
            <a:off x="211138" y="76200"/>
            <a:ext cx="8721600" cy="461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400"/>
              <a:t>Scenario 2a Technical Overview Diagram</a:t>
            </a:r>
            <a:endParaRPr sz="2400"/>
          </a:p>
        </p:txBody>
      </p:sp>
      <p:cxnSp>
        <p:nvCxnSpPr>
          <p:cNvPr id="186" name="Google Shape;186;p27"/>
          <p:cNvCxnSpPr/>
          <p:nvPr/>
        </p:nvCxnSpPr>
        <p:spPr>
          <a:xfrm>
            <a:off x="0" y="1106341"/>
            <a:ext cx="879900" cy="0"/>
          </a:xfrm>
          <a:prstGeom prst="straightConnector1">
            <a:avLst/>
          </a:prstGeom>
          <a:noFill/>
          <a:ln cap="flat" cmpd="sng" w="9525">
            <a:solidFill>
              <a:schemeClr val="dk1"/>
            </a:solidFill>
            <a:prstDash val="solid"/>
            <a:round/>
            <a:headEnd len="sm" w="sm" type="none"/>
            <a:tailEnd len="sm" w="sm" type="none"/>
          </a:ln>
        </p:spPr>
      </p:cxnSp>
      <p:pic>
        <p:nvPicPr>
          <p:cNvPr id="187" name="Google Shape;187;p27"/>
          <p:cNvPicPr preferRelativeResize="0"/>
          <p:nvPr/>
        </p:nvPicPr>
        <p:blipFill>
          <a:blip r:embed="rId3">
            <a:alphaModFix/>
          </a:blip>
          <a:stretch>
            <a:fillRect/>
          </a:stretch>
        </p:blipFill>
        <p:spPr>
          <a:xfrm>
            <a:off x="152400" y="1017950"/>
            <a:ext cx="8839204" cy="493320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211138" y="76200"/>
            <a:ext cx="8721600" cy="461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2400"/>
              <a:t>Technical Overview Diagram 2b</a:t>
            </a:r>
            <a:endParaRPr sz="2400"/>
          </a:p>
        </p:txBody>
      </p:sp>
      <p:pic>
        <p:nvPicPr>
          <p:cNvPr id="194" name="Google Shape;194;p28" title="scenario3.drawio.png"/>
          <p:cNvPicPr preferRelativeResize="0"/>
          <p:nvPr/>
        </p:nvPicPr>
        <p:blipFill>
          <a:blip r:embed="rId3">
            <a:alphaModFix/>
          </a:blip>
          <a:stretch>
            <a:fillRect/>
          </a:stretch>
        </p:blipFill>
        <p:spPr>
          <a:xfrm>
            <a:off x="152400" y="690300"/>
            <a:ext cx="8246626" cy="5866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